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notesMasterIdLst>
    <p:notesMasterId r:id="rId41"/>
  </p:notesMasterIdLst>
  <p:sldIdLst>
    <p:sldId id="304" r:id="rId2"/>
    <p:sldId id="256" r:id="rId3"/>
    <p:sldId id="257" r:id="rId4"/>
    <p:sldId id="258" r:id="rId5"/>
    <p:sldId id="259" r:id="rId6"/>
    <p:sldId id="260" r:id="rId7"/>
    <p:sldId id="261" r:id="rId8"/>
    <p:sldId id="262" r:id="rId9"/>
    <p:sldId id="263" r:id="rId10"/>
    <p:sldId id="264" r:id="rId11"/>
    <p:sldId id="265" r:id="rId12"/>
    <p:sldId id="282" r:id="rId13"/>
    <p:sldId id="283" r:id="rId14"/>
    <p:sldId id="284" r:id="rId15"/>
    <p:sldId id="285" r:id="rId16"/>
    <p:sldId id="286" r:id="rId17"/>
    <p:sldId id="266" r:id="rId18"/>
    <p:sldId id="267" r:id="rId19"/>
    <p:sldId id="268" r:id="rId20"/>
    <p:sldId id="287" r:id="rId21"/>
    <p:sldId id="288" r:id="rId22"/>
    <p:sldId id="289" r:id="rId23"/>
    <p:sldId id="290" r:id="rId24"/>
    <p:sldId id="291" r:id="rId25"/>
    <p:sldId id="292" r:id="rId26"/>
    <p:sldId id="293" r:id="rId27"/>
    <p:sldId id="294" r:id="rId28"/>
    <p:sldId id="295" r:id="rId29"/>
    <p:sldId id="296" r:id="rId30"/>
    <p:sldId id="297" r:id="rId31"/>
    <p:sldId id="298" r:id="rId32"/>
    <p:sldId id="299" r:id="rId33"/>
    <p:sldId id="300" r:id="rId34"/>
    <p:sldId id="301" r:id="rId35"/>
    <p:sldId id="302" r:id="rId36"/>
    <p:sldId id="303" r:id="rId37"/>
    <p:sldId id="274" r:id="rId38"/>
    <p:sldId id="281" r:id="rId39"/>
    <p:sldId id="275" r:id="rId4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6721C6B-4502-4F07-9255-FAE0CDB08194}" v="2" dt="2026-04-29T16:49:05.32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7046" autoAdjust="0"/>
  </p:normalViewPr>
  <p:slideViewPr>
    <p:cSldViewPr>
      <p:cViewPr varScale="1">
        <p:scale>
          <a:sx n="72" d="100"/>
          <a:sy n="72" d="100"/>
        </p:scale>
        <p:origin x="1762" y="62"/>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47" Type="http://schemas.microsoft.com/office/2015/10/relationships/revisionInfo" Target="revisionInfo.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microsoft.com/office/2016/11/relationships/changesInfo" Target="changesInfos/changesInfo1.xml"/><Relationship Id="rId20" Type="http://schemas.openxmlformats.org/officeDocument/2006/relationships/slide" Target="slides/slide19.xml"/><Relationship Id="rId41"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ensai X" userId="6e08623e11b71b36" providerId="LiveId" clId="{BC9B0251-6C32-4B6D-875E-CF47F500C7E1}"/>
    <pc:docChg chg="undo custSel addSld modSld sldOrd">
      <pc:chgData name="Tensai X" userId="6e08623e11b71b36" providerId="LiveId" clId="{BC9B0251-6C32-4B6D-875E-CF47F500C7E1}" dt="2026-04-29T16:50:00.595" v="17" actId="1037"/>
      <pc:docMkLst>
        <pc:docMk/>
      </pc:docMkLst>
      <pc:sldChg chg="addSp delSp modSp new mod ord">
        <pc:chgData name="Tensai X" userId="6e08623e11b71b36" providerId="LiveId" clId="{BC9B0251-6C32-4B6D-875E-CF47F500C7E1}" dt="2026-04-29T16:50:00.595" v="17" actId="1037"/>
        <pc:sldMkLst>
          <pc:docMk/>
          <pc:sldMk cId="2725721775" sldId="304"/>
        </pc:sldMkLst>
        <pc:spChg chg="del mod">
          <ac:chgData name="Tensai X" userId="6e08623e11b71b36" providerId="LiveId" clId="{BC9B0251-6C32-4B6D-875E-CF47F500C7E1}" dt="2026-04-29T16:49:09.884" v="7" actId="478"/>
          <ac:spMkLst>
            <pc:docMk/>
            <pc:sldMk cId="2725721775" sldId="304"/>
            <ac:spMk id="2" creationId="{BA96AC21-CCBB-1502-8C54-A00C73448760}"/>
          </ac:spMkLst>
        </pc:spChg>
        <pc:spChg chg="del">
          <ac:chgData name="Tensai X" userId="6e08623e11b71b36" providerId="LiveId" clId="{BC9B0251-6C32-4B6D-875E-CF47F500C7E1}" dt="2026-04-29T16:49:11.473" v="8" actId="478"/>
          <ac:spMkLst>
            <pc:docMk/>
            <pc:sldMk cId="2725721775" sldId="304"/>
            <ac:spMk id="3" creationId="{2CC2F3C1-5FD1-4982-EA3F-B8BB7370A1E2}"/>
          </ac:spMkLst>
        </pc:spChg>
        <pc:spChg chg="add mod">
          <ac:chgData name="Tensai X" userId="6e08623e11b71b36" providerId="LiveId" clId="{BC9B0251-6C32-4B6D-875E-CF47F500C7E1}" dt="2026-04-29T16:50:00.595" v="17" actId="1037"/>
          <ac:spMkLst>
            <pc:docMk/>
            <pc:sldMk cId="2725721775" sldId="304"/>
            <ac:spMk id="5" creationId="{35069DF3-40B4-6004-DF34-DD2553C8D62A}"/>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4358394D-F2EB-410F-906B-FD7D8F6C0D76}" type="datetimeFigureOut">
              <a:rPr lang="en-US" smtClean="0"/>
              <a:t>4/30/2026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DCB07EB-F84C-4A52-B176-CCA0C2965ACC}" type="slidenum">
              <a:rPr lang="en-US" smtClean="0"/>
              <a:t>‹#›</a:t>
            </a:fld>
            <a:endParaRPr lang="en-US"/>
          </a:p>
        </p:txBody>
      </p:sp>
    </p:spTree>
    <p:extLst>
      <p:ext uri="{BB962C8B-B14F-4D97-AF65-F5344CB8AC3E}">
        <p14:creationId xmlns:p14="http://schemas.microsoft.com/office/powerpoint/2010/main" val="12170943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b="1" kern="1200" dirty="0">
                <a:solidFill>
                  <a:schemeClr val="tx1"/>
                </a:solidFill>
                <a:latin typeface="+mn-lt"/>
                <a:ea typeface="+mn-ea"/>
                <a:cs typeface="+mn-cs"/>
              </a:rPr>
              <a:t>Database Table Relationship</a:t>
            </a:r>
            <a:endParaRPr lang="en-US" sz="1200" kern="1200" dirty="0">
              <a:solidFill>
                <a:schemeClr val="tx1"/>
              </a:solidFill>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ADCB07EB-F84C-4A52-B176-CCA0C2965ACC}" type="slidenum">
              <a:rPr lang="en-US" smtClean="0"/>
              <a:t>11</a:t>
            </a:fld>
            <a:endParaRPr lang="en-US"/>
          </a:p>
        </p:txBody>
      </p:sp>
    </p:spTree>
    <p:extLst>
      <p:ext uri="{BB962C8B-B14F-4D97-AF65-F5344CB8AC3E}">
        <p14:creationId xmlns:p14="http://schemas.microsoft.com/office/powerpoint/2010/main" val="363474927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IN" dirty="0"/>
              <a:t>Student Registration</a:t>
            </a:r>
            <a:endParaRPr lang="en-US" dirty="0"/>
          </a:p>
        </p:txBody>
      </p:sp>
      <p:sp>
        <p:nvSpPr>
          <p:cNvPr id="4" name="Slide Number Placeholder 3"/>
          <p:cNvSpPr>
            <a:spLocks noGrp="1"/>
          </p:cNvSpPr>
          <p:nvPr>
            <p:ph type="sldNum" sz="quarter" idx="10"/>
          </p:nvPr>
        </p:nvSpPr>
        <p:spPr/>
        <p:txBody>
          <a:bodyPr/>
          <a:lstStyle/>
          <a:p>
            <a:fld id="{ADCB07EB-F84C-4A52-B176-CCA0C2965ACC}" type="slidenum">
              <a:rPr lang="en-US" smtClean="0"/>
              <a:t>18</a:t>
            </a:fld>
            <a:endParaRPr lang="en-US"/>
          </a:p>
        </p:txBody>
      </p:sp>
    </p:spTree>
    <p:extLst>
      <p:ext uri="{BB962C8B-B14F-4D97-AF65-F5344CB8AC3E}">
        <p14:creationId xmlns:p14="http://schemas.microsoft.com/office/powerpoint/2010/main" val="18054146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4" name="Title 13"/>
          <p:cNvSpPr>
            <a:spLocks noGrp="1"/>
          </p:cNvSpPr>
          <p:nvPr>
            <p:ph type="ctrTitle"/>
          </p:nvPr>
        </p:nvSpPr>
        <p:spPr>
          <a:xfrm>
            <a:off x="1432560" y="359898"/>
            <a:ext cx="7406640" cy="1472184"/>
          </a:xfrm>
        </p:spPr>
        <p:txBody>
          <a:bodyPr anchor="b"/>
          <a:lstStyle>
            <a:lvl1pPr algn="l">
              <a:defRPr/>
            </a:lvl1pPr>
            <a:extLst/>
          </a:lstStyle>
          <a:p>
            <a:r>
              <a:rPr kumimoji="0" lang="en-US"/>
              <a:t>Click to edit Master title style</a:t>
            </a:r>
          </a:p>
        </p:txBody>
      </p:sp>
      <p:sp>
        <p:nvSpPr>
          <p:cNvPr id="22" name="Subtitle 21"/>
          <p:cNvSpPr>
            <a:spLocks noGrp="1"/>
          </p:cNvSpPr>
          <p:nvPr>
            <p:ph type="subTitle" idx="1"/>
          </p:nvPr>
        </p:nvSpPr>
        <p:spPr>
          <a:xfrm>
            <a:off x="1432560" y="1850064"/>
            <a:ext cx="7406640" cy="1752600"/>
          </a:xfrm>
        </p:spPr>
        <p:txBody>
          <a:bodyPr tIns="0"/>
          <a:lstStyle>
            <a:lvl1pPr marL="27432" indent="0" algn="l">
              <a:buNone/>
              <a:defRPr sz="2600">
                <a:solidFill>
                  <a:schemeClr val="tx2">
                    <a:shade val="30000"/>
                    <a:satMod val="150000"/>
                  </a:schemeClr>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a:t>Click to edit Master subtitle style</a:t>
            </a:r>
          </a:p>
        </p:txBody>
      </p:sp>
      <p:sp>
        <p:nvSpPr>
          <p:cNvPr id="7" name="Date Placeholder 6"/>
          <p:cNvSpPr>
            <a:spLocks noGrp="1"/>
          </p:cNvSpPr>
          <p:nvPr>
            <p:ph type="dt" sz="half" idx="10"/>
          </p:nvPr>
        </p:nvSpPr>
        <p:spPr/>
        <p:txBody>
          <a:bodyPr/>
          <a:lstStyle/>
          <a:p>
            <a:fld id="{29F357B5-208D-43B9-B470-40A360E5B884}" type="datetimeFigureOut">
              <a:rPr lang="en-US" smtClean="0"/>
              <a:t>4/30/2026</a:t>
            </a:fld>
            <a:endParaRPr lang="en-US"/>
          </a:p>
        </p:txBody>
      </p:sp>
      <p:sp>
        <p:nvSpPr>
          <p:cNvPr id="20" name="Footer Placeholder 19"/>
          <p:cNvSpPr>
            <a:spLocks noGrp="1"/>
          </p:cNvSpPr>
          <p:nvPr>
            <p:ph type="ftr" sz="quarter" idx="11"/>
          </p:nvPr>
        </p:nvSpPr>
        <p:spPr/>
        <p:txBody>
          <a:bodyPr/>
          <a:lstStyle/>
          <a:p>
            <a:endParaRPr lang="en-US"/>
          </a:p>
        </p:txBody>
      </p:sp>
      <p:sp>
        <p:nvSpPr>
          <p:cNvPr id="10" name="Slide Number Placeholder 9"/>
          <p:cNvSpPr>
            <a:spLocks noGrp="1"/>
          </p:cNvSpPr>
          <p:nvPr>
            <p:ph type="sldNum" sz="quarter" idx="12"/>
          </p:nvPr>
        </p:nvSpPr>
        <p:spPr/>
        <p:txBody>
          <a:bodyPr/>
          <a:lstStyle/>
          <a:p>
            <a:fld id="{C858AAC3-08FD-4350-BF29-231A092F1E84}" type="slidenum">
              <a:rPr lang="en-US" smtClean="0"/>
              <a:t>‹#›</a:t>
            </a:fld>
            <a:endParaRPr lang="en-US"/>
          </a:p>
        </p:txBody>
      </p:sp>
      <p:sp>
        <p:nvSpPr>
          <p:cNvPr id="8" name="Oval 7"/>
          <p:cNvSpPr/>
          <p:nvPr/>
        </p:nvSpPr>
        <p:spPr>
          <a:xfrm>
            <a:off x="921433" y="1413802"/>
            <a:ext cx="210312"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a:p>
        </p:txBody>
      </p:sp>
      <p:sp>
        <p:nvSpPr>
          <p:cNvPr id="9" name="Oval 8"/>
          <p:cNvSpPr/>
          <p:nvPr/>
        </p:nvSpPr>
        <p:spPr>
          <a:xfrm>
            <a:off x="1157176" y="1345016"/>
            <a:ext cx="64008" cy="64008"/>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Content Placeholder 2"/>
          <p:cNvSpPr>
            <a:spLocks noGrp="1"/>
          </p:cNvSpPr>
          <p:nvPr>
            <p:ph idx="1"/>
          </p:nvPr>
        </p:nvSpPr>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29F357B5-208D-43B9-B470-40A360E5B884}" type="datetimeFigureOut">
              <a:rPr lang="en-US" smtClean="0"/>
              <a:t>4/30/2026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858AAC3-08FD-4350-BF29-231A092F1E84}"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2282890" y="-54"/>
            <a:ext cx="6858000" cy="6858054"/>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2578392" y="2600325"/>
            <a:ext cx="6400800" cy="2286000"/>
          </a:xfrm>
        </p:spPr>
        <p:txBody>
          <a:bodyPr anchor="t"/>
          <a:lstStyle>
            <a:lvl1pPr algn="l">
              <a:lnSpc>
                <a:spcPts val="4500"/>
              </a:lnSpc>
              <a:buNone/>
              <a:defRPr sz="4000" b="1" cap="all"/>
            </a:lvl1pPr>
            <a:extLst/>
          </a:lstStyle>
          <a:p>
            <a:r>
              <a:rPr kumimoji="0" lang="en-US"/>
              <a:t>Click to edit Master title style</a:t>
            </a:r>
          </a:p>
        </p:txBody>
      </p:sp>
      <p:sp>
        <p:nvSpPr>
          <p:cNvPr id="3" name="Text Placeholder 2"/>
          <p:cNvSpPr>
            <a:spLocks noGrp="1"/>
          </p:cNvSpPr>
          <p:nvPr>
            <p:ph type="body" idx="1"/>
          </p:nvPr>
        </p:nvSpPr>
        <p:spPr>
          <a:xfrm>
            <a:off x="2578392" y="1066800"/>
            <a:ext cx="6400800" cy="1509712"/>
          </a:xfrm>
        </p:spPr>
        <p:txBody>
          <a:bodyPr anchor="b"/>
          <a:lstStyle>
            <a:lvl1pPr marL="18288" indent="0">
              <a:lnSpc>
                <a:spcPts val="2300"/>
              </a:lnSpc>
              <a:spcBef>
                <a:spcPts val="0"/>
              </a:spcBef>
              <a:buNone/>
              <a:defRPr sz="2000">
                <a:solidFill>
                  <a:schemeClr val="tx2">
                    <a:shade val="30000"/>
                    <a:satMod val="150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fld id="{29F357B5-208D-43B9-B470-40A360E5B884}" type="datetimeFigureOut">
              <a:rPr lang="en-US" smtClean="0"/>
              <a:t>4/30/2026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858AAC3-08FD-4350-BF29-231A092F1E84}" type="slidenum">
              <a:rPr lang="en-US" smtClean="0"/>
              <a:t>‹#›</a:t>
            </a:fld>
            <a:endParaRPr lang="en-US"/>
          </a:p>
        </p:txBody>
      </p:sp>
      <p:sp>
        <p:nvSpPr>
          <p:cNvPr id="10" name="Rectangle 9"/>
          <p:cNvSpPr/>
          <p:nvPr/>
        </p:nvSpPr>
        <p:spPr bwMode="invGray">
          <a:xfrm>
            <a:off x="2286000" y="0"/>
            <a:ext cx="76200"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Oval 7"/>
          <p:cNvSpPr/>
          <p:nvPr/>
        </p:nvSpPr>
        <p:spPr>
          <a:xfrm>
            <a:off x="2172321" y="2814656"/>
            <a:ext cx="210312"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a:p>
        </p:txBody>
      </p:sp>
      <p:sp>
        <p:nvSpPr>
          <p:cNvPr id="9" name="Oval 8"/>
          <p:cNvSpPr/>
          <p:nvPr/>
        </p:nvSpPr>
        <p:spPr>
          <a:xfrm>
            <a:off x="2408064" y="2745870"/>
            <a:ext cx="64008" cy="64008"/>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320"/>
            <a:ext cx="7498080" cy="1143000"/>
          </a:xfrm>
        </p:spPr>
        <p:txBody>
          <a:bodyPr/>
          <a:lstStyle/>
          <a:p>
            <a:r>
              <a:rPr kumimoji="0" lang="en-US"/>
              <a:t>Click to edit Master title style</a:t>
            </a:r>
          </a:p>
        </p:txBody>
      </p:sp>
      <p:sp>
        <p:nvSpPr>
          <p:cNvPr id="3" name="Content Placeholder 2"/>
          <p:cNvSpPr>
            <a:spLocks noGrp="1"/>
          </p:cNvSpPr>
          <p:nvPr>
            <p:ph sz="half" idx="1"/>
          </p:nvPr>
        </p:nvSpPr>
        <p:spPr>
          <a:xfrm>
            <a:off x="1435608" y="1524000"/>
            <a:ext cx="3657600" cy="4663440"/>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2"/>
          </p:nvPr>
        </p:nvSpPr>
        <p:spPr>
          <a:xfrm>
            <a:off x="5276088" y="1524000"/>
            <a:ext cx="3657600" cy="4663440"/>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29F357B5-208D-43B9-B470-40A360E5B884}" type="datetimeFigureOut">
              <a:rPr lang="en-US" smtClean="0"/>
              <a:t>4/30/2026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858AAC3-08FD-4350-BF29-231A092F1E84}"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5160336"/>
            <a:ext cx="8229600" cy="1143000"/>
          </a:xfrm>
        </p:spPr>
        <p:txBody>
          <a:bodyPr anchor="ctr"/>
          <a:lstStyle>
            <a:lvl1pPr algn="ctr">
              <a:defRPr sz="4500" b="1" cap="none" baseline="0"/>
            </a:lvl1pPr>
            <a:extLst/>
          </a:lstStyle>
          <a:p>
            <a:r>
              <a:rPr kumimoji="0" lang="en-US"/>
              <a:t>Click to edit Master title style</a:t>
            </a:r>
          </a:p>
        </p:txBody>
      </p:sp>
      <p:sp>
        <p:nvSpPr>
          <p:cNvPr id="3" name="Text Placeholder 2"/>
          <p:cNvSpPr>
            <a:spLocks noGrp="1"/>
          </p:cNvSpPr>
          <p:nvPr>
            <p:ph type="body" idx="1"/>
          </p:nvPr>
        </p:nvSpPr>
        <p:spPr>
          <a:xfrm>
            <a:off x="457200" y="328278"/>
            <a:ext cx="4023360" cy="640080"/>
          </a:xfrm>
          <a:solidFill>
            <a:schemeClr val="bg1"/>
          </a:solidFill>
          <a:ln w="10795">
            <a:solidFill>
              <a:schemeClr val="bg1"/>
            </a:solidFill>
            <a:miter lim="800000"/>
          </a:ln>
        </p:spPr>
        <p:txBody>
          <a:bodyPr anchor="ctr"/>
          <a:lstStyle>
            <a:lvl1pPr marL="64008"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663440" y="328278"/>
            <a:ext cx="4023360" cy="640080"/>
          </a:xfrm>
          <a:solidFill>
            <a:schemeClr val="bg1"/>
          </a:solidFill>
          <a:ln w="10795">
            <a:solidFill>
              <a:schemeClr val="bg1"/>
            </a:solidFill>
            <a:miter lim="800000"/>
          </a:ln>
        </p:spPr>
        <p:txBody>
          <a:bodyPr anchor="ctr"/>
          <a:lstStyle>
            <a:lvl1pPr marL="64008"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a:t>Click to edit Master text styles</a:t>
            </a:r>
          </a:p>
        </p:txBody>
      </p:sp>
      <p:sp>
        <p:nvSpPr>
          <p:cNvPr id="5" name="Content Placeholder 4"/>
          <p:cNvSpPr>
            <a:spLocks noGrp="1"/>
          </p:cNvSpPr>
          <p:nvPr>
            <p:ph sz="quarter" idx="2"/>
          </p:nvPr>
        </p:nvSpPr>
        <p:spPr>
          <a:xfrm>
            <a:off x="457200" y="969336"/>
            <a:ext cx="4023360" cy="4114800"/>
          </a:xfrm>
          <a:ln w="10795">
            <a:solidFill>
              <a:schemeClr val="bg1"/>
            </a:solidFill>
            <a:prstDash val="dash"/>
            <a:miter lim="800000"/>
          </a:ln>
        </p:spPr>
        <p:txBody>
          <a:bodyPr/>
          <a:lstStyle>
            <a:lvl1pPr marL="393192"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6" name="Content Placeholder 5"/>
          <p:cNvSpPr>
            <a:spLocks noGrp="1"/>
          </p:cNvSpPr>
          <p:nvPr>
            <p:ph sz="quarter" idx="4"/>
          </p:nvPr>
        </p:nvSpPr>
        <p:spPr>
          <a:xfrm>
            <a:off x="4663440" y="969336"/>
            <a:ext cx="4023360" cy="4114800"/>
          </a:xfrm>
          <a:ln w="10795">
            <a:solidFill>
              <a:schemeClr val="bg1"/>
            </a:solidFill>
            <a:prstDash val="dash"/>
            <a:miter lim="800000"/>
          </a:ln>
        </p:spPr>
        <p:txBody>
          <a:bodyPr/>
          <a:lstStyle>
            <a:lvl1pPr marL="393192"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0"/>
          </p:nvPr>
        </p:nvSpPr>
        <p:spPr/>
        <p:txBody>
          <a:bodyPr/>
          <a:lstStyle/>
          <a:p>
            <a:fld id="{29F357B5-208D-43B9-B470-40A360E5B884}" type="datetimeFigureOut">
              <a:rPr lang="en-US" smtClean="0"/>
              <a:t>4/30/2026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858AAC3-08FD-4350-BF29-231A092F1E84}"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320"/>
            <a:ext cx="7498080" cy="1143000"/>
          </a:xfrm>
        </p:spPr>
        <p:txBody>
          <a:bodyPr anchor="ctr"/>
          <a:lstStyle/>
          <a:p>
            <a:r>
              <a:rPr kumimoji="0" lang="en-US"/>
              <a:t>Click to edit Master title style</a:t>
            </a:r>
          </a:p>
        </p:txBody>
      </p:sp>
      <p:sp>
        <p:nvSpPr>
          <p:cNvPr id="3" name="Date Placeholder 2"/>
          <p:cNvSpPr>
            <a:spLocks noGrp="1"/>
          </p:cNvSpPr>
          <p:nvPr>
            <p:ph type="dt" sz="half" idx="10"/>
          </p:nvPr>
        </p:nvSpPr>
        <p:spPr/>
        <p:txBody>
          <a:bodyPr/>
          <a:lstStyle/>
          <a:p>
            <a:fld id="{29F357B5-208D-43B9-B470-40A360E5B884}" type="datetimeFigureOut">
              <a:rPr lang="en-US" smtClean="0"/>
              <a:t>4/30/2026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858AAC3-08FD-4350-BF29-231A092F1E84}"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1014984" y="0"/>
            <a:ext cx="8129016" cy="6858000"/>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Date Placeholder 1"/>
          <p:cNvSpPr>
            <a:spLocks noGrp="1"/>
          </p:cNvSpPr>
          <p:nvPr>
            <p:ph type="dt" sz="half" idx="10"/>
          </p:nvPr>
        </p:nvSpPr>
        <p:spPr/>
        <p:txBody>
          <a:bodyPr/>
          <a:lstStyle/>
          <a:p>
            <a:fld id="{29F357B5-208D-43B9-B470-40A360E5B884}" type="datetimeFigureOut">
              <a:rPr lang="en-US" smtClean="0"/>
              <a:t>4/30/2026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858AAC3-08FD-4350-BF29-231A092F1E84}" type="slidenum">
              <a:rPr lang="en-US" smtClean="0"/>
              <a:t>‹#›</a:t>
            </a:fld>
            <a:endParaRPr lang="en-US"/>
          </a:p>
        </p:txBody>
      </p:sp>
      <p:sp>
        <p:nvSpPr>
          <p:cNvPr id="6" name="Rectangle 5"/>
          <p:cNvSpPr/>
          <p:nvPr/>
        </p:nvSpPr>
        <p:spPr bwMode="invGray">
          <a:xfrm>
            <a:off x="1014984" y="-54"/>
            <a:ext cx="73152"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16778"/>
            <a:ext cx="3810000" cy="1162050"/>
          </a:xfrm>
          <a:ln>
            <a:noFill/>
          </a:ln>
        </p:spPr>
        <p:txBody>
          <a:bodyPr anchor="b"/>
          <a:lstStyle>
            <a:lvl1pPr algn="l">
              <a:lnSpc>
                <a:spcPts val="2000"/>
              </a:lnSpc>
              <a:buNone/>
              <a:defRPr sz="2200" b="1" cap="all" baseline="0"/>
            </a:lvl1pPr>
            <a:extLst/>
          </a:lstStyle>
          <a:p>
            <a:r>
              <a:rPr kumimoji="0" lang="en-US"/>
              <a:t>Click to edit Master title style</a:t>
            </a:r>
          </a:p>
        </p:txBody>
      </p:sp>
      <p:sp>
        <p:nvSpPr>
          <p:cNvPr id="3" name="Text Placeholder 2"/>
          <p:cNvSpPr>
            <a:spLocks noGrp="1"/>
          </p:cNvSpPr>
          <p:nvPr>
            <p:ph type="body" idx="2"/>
          </p:nvPr>
        </p:nvSpPr>
        <p:spPr>
          <a:xfrm>
            <a:off x="457200" y="1406964"/>
            <a:ext cx="3810000" cy="698500"/>
          </a:xfrm>
        </p:spPr>
        <p:txBody>
          <a:bodyPr/>
          <a:lstStyle>
            <a:lvl1pPr marL="45720" indent="0">
              <a:lnSpc>
                <a:spcPct val="100000"/>
              </a:lnSpc>
              <a:spcBef>
                <a:spcPts val="0"/>
              </a:spcBef>
              <a:buNone/>
              <a:defRPr sz="1400"/>
            </a:lvl1pPr>
            <a:lvl2pPr>
              <a:buNone/>
              <a:defRPr sz="1200"/>
            </a:lvl2pPr>
            <a:lvl3pPr>
              <a:buNone/>
              <a:defRPr sz="1000"/>
            </a:lvl3pPr>
            <a:lvl4pPr>
              <a:buNone/>
              <a:defRPr sz="900"/>
            </a:lvl4pPr>
            <a:lvl5pPr>
              <a:buNone/>
              <a:defRPr sz="900"/>
            </a:lvl5pPr>
            <a:extLst/>
          </a:lstStyle>
          <a:p>
            <a:pPr lvl="0" eaLnBrk="1" latinLnBrk="0" hangingPunct="1"/>
            <a:r>
              <a:rPr kumimoji="0" lang="en-US"/>
              <a:t>Click to edit Master text styles</a:t>
            </a:r>
          </a:p>
        </p:txBody>
      </p:sp>
      <p:sp>
        <p:nvSpPr>
          <p:cNvPr id="4" name="Content Placeholder 3"/>
          <p:cNvSpPr>
            <a:spLocks noGrp="1"/>
          </p:cNvSpPr>
          <p:nvPr>
            <p:ph sz="half" idx="1"/>
          </p:nvPr>
        </p:nvSpPr>
        <p:spPr>
          <a:xfrm>
            <a:off x="457200" y="2133600"/>
            <a:ext cx="8153400" cy="3992563"/>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29F357B5-208D-43B9-B470-40A360E5B884}" type="datetimeFigureOut">
              <a:rPr lang="en-US" smtClean="0"/>
              <a:t>4/30/2026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858AAC3-08FD-4350-BF29-231A092F1E84}"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86896" y="1066800"/>
            <a:ext cx="2743200" cy="1981200"/>
          </a:xfrm>
        </p:spPr>
        <p:txBody>
          <a:bodyPr anchor="b">
            <a:noAutofit/>
          </a:bodyPr>
          <a:lstStyle>
            <a:lvl1pPr algn="l">
              <a:buNone/>
              <a:defRPr sz="2100" b="1">
                <a:effectLst/>
              </a:defRPr>
            </a:lvl1pPr>
            <a:extLst/>
          </a:lstStyle>
          <a:p>
            <a:r>
              <a:rPr kumimoji="0" lang="en-US"/>
              <a:t>Click to edit Master title style</a:t>
            </a:r>
          </a:p>
        </p:txBody>
      </p:sp>
      <p:sp>
        <p:nvSpPr>
          <p:cNvPr id="5" name="Date Placeholder 4"/>
          <p:cNvSpPr>
            <a:spLocks noGrp="1"/>
          </p:cNvSpPr>
          <p:nvPr>
            <p:ph type="dt" sz="half" idx="10"/>
          </p:nvPr>
        </p:nvSpPr>
        <p:spPr/>
        <p:txBody>
          <a:bodyPr/>
          <a:lstStyle/>
          <a:p>
            <a:fld id="{29F357B5-208D-43B9-B470-40A360E5B884}" type="datetimeFigureOut">
              <a:rPr lang="en-US" smtClean="0"/>
              <a:t>4/30/2026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858AAC3-08FD-4350-BF29-231A092F1E84}" type="slidenum">
              <a:rPr lang="en-US" smtClean="0"/>
              <a:t>‹#›</a:t>
            </a:fld>
            <a:endParaRPr lang="en-US"/>
          </a:p>
        </p:txBody>
      </p:sp>
      <p:sp>
        <p:nvSpPr>
          <p:cNvPr id="8" name="Rectangle 7"/>
          <p:cNvSpPr/>
          <p:nvPr/>
        </p:nvSpPr>
        <p:spPr>
          <a:xfrm>
            <a:off x="762000" y="1066800"/>
            <a:ext cx="4572000" cy="4572000"/>
          </a:xfrm>
          <a:prstGeom prst="rect">
            <a:avLst/>
          </a:prstGeom>
          <a:solidFill>
            <a:srgbClr val="FFFFFF"/>
          </a:solidFill>
          <a:ln w="88900" cap="sq">
            <a:solidFill>
              <a:srgbClr val="FFFFFF"/>
            </a:solidFill>
            <a:miter lim="800000"/>
          </a:ln>
          <a:effectLst>
            <a:outerShdw blurRad="55500" dist="18500" dir="5400000" algn="tl" rotWithShape="0">
              <a:srgbClr val="000000">
                <a:alpha val="35000"/>
              </a:srgbClr>
            </a:outerShdw>
          </a:effectLst>
          <a:scene3d>
            <a:camera prst="orthographicFront"/>
            <a:lightRig rig="twoPt" dir="t">
              <a:rot lat="0" lon="0" rev="7200000"/>
            </a:lightRig>
          </a:scene3d>
          <a:sp3d contourW="635">
            <a:bevelT w="25400" h="19050"/>
            <a:contourClr>
              <a:srgbClr val="969696"/>
            </a:contourClr>
          </a:sp3d>
        </p:spPr>
        <p:txBody>
          <a:bodyPr lIns="91440" tIns="274320" rtlCol="0" anchor="t">
            <a:normAutofit/>
          </a:bodyPr>
          <a:lstStyle/>
          <a:p>
            <a:pPr marL="0" indent="-283464" algn="l" rtl="0" eaLnBrk="1" latinLnBrk="0" hangingPunct="1">
              <a:lnSpc>
                <a:spcPts val="3000"/>
              </a:lnSpc>
              <a:spcBef>
                <a:spcPts val="600"/>
              </a:spcBef>
              <a:buClr>
                <a:schemeClr val="accent1"/>
              </a:buClr>
              <a:buSzPct val="80000"/>
              <a:buFont typeface="Wingdings 2"/>
              <a:buNone/>
            </a:pPr>
            <a:endParaRPr kumimoji="0" lang="en-US" sz="3200" kern="1200">
              <a:solidFill>
                <a:schemeClr val="tx1"/>
              </a:solidFill>
              <a:latin typeface="+mn-lt"/>
              <a:ea typeface="+mn-ea"/>
              <a:cs typeface="+mn-cs"/>
            </a:endParaRPr>
          </a:p>
        </p:txBody>
      </p:sp>
      <p:sp>
        <p:nvSpPr>
          <p:cNvPr id="3" name="Picture Placeholder 2"/>
          <p:cNvSpPr>
            <a:spLocks noGrp="1"/>
          </p:cNvSpPr>
          <p:nvPr>
            <p:ph type="pic" idx="1"/>
          </p:nvPr>
        </p:nvSpPr>
        <p:spPr>
          <a:xfrm>
            <a:off x="838200" y="1143003"/>
            <a:ext cx="4419600" cy="3514531"/>
          </a:xfrm>
          <a:prstGeom prst="roundRect">
            <a:avLst>
              <a:gd name="adj" fmla="val 783"/>
            </a:avLst>
          </a:prstGeom>
          <a:solidFill>
            <a:schemeClr val="bg2"/>
          </a:solidFill>
          <a:ln w="127000">
            <a:noFill/>
            <a:miter lim="800000"/>
          </a:ln>
          <a:effectLst/>
        </p:spPr>
        <p:txBody>
          <a:bodyPr lIns="91440" tIns="274320" anchor="t"/>
          <a:lstStyle>
            <a:lvl1pPr indent="0">
              <a:buNone/>
              <a:defRPr sz="3200"/>
            </a:lvl1pPr>
            <a:extLst/>
          </a:lstStyle>
          <a:p>
            <a:pPr marL="0" algn="l" eaLnBrk="1" latinLnBrk="0" hangingPunct="1"/>
            <a:r>
              <a:rPr kumimoji="0" lang="en-US"/>
              <a:t>Click icon to add picture</a:t>
            </a:r>
            <a:endParaRPr kumimoji="0" lang="en-US" dirty="0"/>
          </a:p>
        </p:txBody>
      </p:sp>
      <p:sp>
        <p:nvSpPr>
          <p:cNvPr id="9" name="Flowchart: Process 8"/>
          <p:cNvSpPr/>
          <p:nvPr/>
        </p:nvSpPr>
        <p:spPr>
          <a:xfrm rot="19468671">
            <a:off x="396725" y="954341"/>
            <a:ext cx="685800" cy="204310"/>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shade val="90000"/>
                <a:satMod val="200000"/>
                <a:alpha val="40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Flowchart: Process 9"/>
          <p:cNvSpPr/>
          <p:nvPr/>
        </p:nvSpPr>
        <p:spPr>
          <a:xfrm rot="2103354" flipH="1">
            <a:off x="5003667" y="936786"/>
            <a:ext cx="649224" cy="204310"/>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alpha val="20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4" name="Text Placeholder 3"/>
          <p:cNvSpPr>
            <a:spLocks noGrp="1"/>
          </p:cNvSpPr>
          <p:nvPr>
            <p:ph type="body" sz="half" idx="2"/>
          </p:nvPr>
        </p:nvSpPr>
        <p:spPr>
          <a:xfrm>
            <a:off x="838200" y="4800600"/>
            <a:ext cx="4419600" cy="762000"/>
          </a:xfrm>
        </p:spPr>
        <p:txBody>
          <a:bodyPr anchor="ctr"/>
          <a:lstStyle>
            <a:lvl1pPr marL="0" indent="0" algn="l">
              <a:lnSpc>
                <a:spcPts val="1600"/>
              </a:lnSpc>
              <a:spcBef>
                <a:spcPts val="0"/>
              </a:spcBef>
              <a:buNone/>
              <a:defRPr sz="1400">
                <a:solidFill>
                  <a:srgbClr val="777777"/>
                </a:solidFill>
              </a:defRPr>
            </a:lvl1pPr>
            <a:lvl2pPr>
              <a:defRPr sz="1200"/>
            </a:lvl2pPr>
            <a:lvl3pPr>
              <a:defRPr sz="1000"/>
            </a:lvl3pPr>
            <a:lvl4pPr>
              <a:defRPr sz="900"/>
            </a:lvl4pPr>
            <a:lvl5pPr>
              <a:defRPr sz="900"/>
            </a:lvl5pPr>
            <a:extLst/>
          </a:lstStyle>
          <a:p>
            <a:pPr lvl="0" eaLnBrk="1" latinLnBrk="0" hangingPunct="1"/>
            <a:r>
              <a:rPr kumimoji="0" lang="en-US"/>
              <a:t>Click to edit Master text styles</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29F357B5-208D-43B9-B470-40A360E5B884}" type="datetimeFigureOut">
              <a:rPr lang="en-US" smtClean="0"/>
              <a:t>4/30/2026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858AAC3-08FD-4350-BF29-231A092F1E84}"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58000" y="274639"/>
            <a:ext cx="182880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1143000" y="274640"/>
            <a:ext cx="55626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29F357B5-208D-43B9-B470-40A360E5B884}" type="datetimeFigureOut">
              <a:rPr lang="en-US" smtClean="0"/>
              <a:t>4/30/2026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858AAC3-08FD-4350-BF29-231A092F1E84}"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7" name="Pie 6"/>
          <p:cNvSpPr/>
          <p:nvPr/>
        </p:nvSpPr>
        <p:spPr>
          <a:xfrm>
            <a:off x="-815927" y="-815922"/>
            <a:ext cx="1638887" cy="1638887"/>
          </a:xfrm>
          <a:prstGeom prst="pie">
            <a:avLst>
              <a:gd name="adj1" fmla="val 0"/>
              <a:gd name="adj2" fmla="val 5402120"/>
            </a:avLst>
          </a:prstGeom>
          <a:solidFill>
            <a:schemeClr val="bg2">
              <a:tint val="18000"/>
              <a:satMod val="220000"/>
              <a:alpha val="33000"/>
            </a:schemeClr>
          </a:solidFill>
          <a:ln w="3175" cap="rnd" cmpd="sng" algn="ctr">
            <a:solidFill>
              <a:schemeClr val="bg2">
                <a:shade val="70000"/>
                <a:satMod val="200000"/>
                <a:alpha val="100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Oval 7"/>
          <p:cNvSpPr/>
          <p:nvPr/>
        </p:nvSpPr>
        <p:spPr>
          <a:xfrm>
            <a:off x="168816" y="21102"/>
            <a:ext cx="1702191" cy="1702191"/>
          </a:xfrm>
          <a:prstGeom prst="ellipse">
            <a:avLst/>
          </a:prstGeom>
          <a:noFill/>
          <a:ln w="27305" cap="rnd" cmpd="sng" algn="ctr">
            <a:solidFill>
              <a:schemeClr val="bg2">
                <a:tint val="45000"/>
                <a:satMod val="325000"/>
                <a:alpha val="100000"/>
              </a:schemeClr>
            </a:solidFill>
            <a:prstDash val="solid"/>
          </a:ln>
          <a:effectLst>
            <a:outerShdw blurRad="25400" dist="25400" dir="5400000" algn="tl" rotWithShape="0">
              <a:schemeClr val="bg2">
                <a:shade val="50000"/>
                <a:satMod val="150000"/>
                <a:alpha val="8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Donut 10"/>
          <p:cNvSpPr/>
          <p:nvPr/>
        </p:nvSpPr>
        <p:spPr>
          <a:xfrm rot="2315675">
            <a:off x="182881" y="1055077"/>
            <a:ext cx="1125717" cy="1102624"/>
          </a:xfrm>
          <a:prstGeom prst="donut">
            <a:avLst>
              <a:gd name="adj" fmla="val 11833"/>
            </a:avLst>
          </a:prstGeom>
          <a:gradFill rotWithShape="1">
            <a:gsLst>
              <a:gs pos="0">
                <a:schemeClr val="bg2">
                  <a:tint val="10000"/>
                  <a:shade val="99000"/>
                  <a:satMod val="355000"/>
                  <a:alpha val="70000"/>
                </a:schemeClr>
              </a:gs>
              <a:gs pos="70000">
                <a:schemeClr val="bg2">
                  <a:tint val="6000"/>
                  <a:shade val="100000"/>
                  <a:satMod val="400000"/>
                  <a:alpha val="55000"/>
                </a:schemeClr>
              </a:gs>
              <a:gs pos="100000">
                <a:schemeClr val="bg2">
                  <a:tint val="100000"/>
                  <a:shade val="75000"/>
                  <a:satMod val="370000"/>
                  <a:alpha val="60000"/>
                </a:schemeClr>
              </a:gs>
            </a:gsLst>
            <a:path path="circle">
              <a:fillToRect l="-407500" t="-50000" r="507500" b="150000"/>
            </a:path>
          </a:gradFill>
          <a:ln w="7350" cap="rnd" cmpd="sng" algn="ctr">
            <a:solidFill>
              <a:schemeClr val="bg2">
                <a:shade val="60000"/>
                <a:satMod val="220000"/>
                <a:alpha val="100000"/>
              </a:schemeClr>
            </a:solidFill>
            <a:prstDash val="solid"/>
          </a:ln>
          <a:effectLst>
            <a:outerShdw blurRad="12700" dist="15000" dir="4500000" algn="tl" rotWithShape="0">
              <a:schemeClr val="bg2">
                <a:shade val="10000"/>
                <a:satMod val="200000"/>
                <a:alpha val="3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a:xfrm>
            <a:off x="1012873" y="-54"/>
            <a:ext cx="8131127" cy="6858054"/>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5" name="Title Placeholder 4"/>
          <p:cNvSpPr>
            <a:spLocks noGrp="1"/>
          </p:cNvSpPr>
          <p:nvPr>
            <p:ph type="title"/>
          </p:nvPr>
        </p:nvSpPr>
        <p:spPr>
          <a:xfrm>
            <a:off x="1435608" y="274638"/>
            <a:ext cx="7498080" cy="1143000"/>
          </a:xfrm>
          <a:prstGeom prst="rect">
            <a:avLst/>
          </a:prstGeom>
        </p:spPr>
        <p:txBody>
          <a:bodyPr anchor="ctr">
            <a:normAutofit/>
          </a:bodyPr>
          <a:lstStyle/>
          <a:p>
            <a:r>
              <a:rPr kumimoji="0" lang="en-US"/>
              <a:t>Click to edit Master title style</a:t>
            </a:r>
          </a:p>
        </p:txBody>
      </p:sp>
      <p:sp>
        <p:nvSpPr>
          <p:cNvPr id="9" name="Text Placeholder 8"/>
          <p:cNvSpPr>
            <a:spLocks noGrp="1"/>
          </p:cNvSpPr>
          <p:nvPr>
            <p:ph type="body" idx="1"/>
          </p:nvPr>
        </p:nvSpPr>
        <p:spPr>
          <a:xfrm>
            <a:off x="1435608" y="1447800"/>
            <a:ext cx="7498080" cy="4800600"/>
          </a:xfrm>
          <a:prstGeom prst="rect">
            <a:avLst/>
          </a:prstGeom>
        </p:spPr>
        <p:txBody>
          <a:bodyPr>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24" name="Date Placeholder 23"/>
          <p:cNvSpPr>
            <a:spLocks noGrp="1"/>
          </p:cNvSpPr>
          <p:nvPr>
            <p:ph type="dt" sz="half" idx="2"/>
          </p:nvPr>
        </p:nvSpPr>
        <p:spPr>
          <a:xfrm>
            <a:off x="3581400" y="6305550"/>
            <a:ext cx="2133600" cy="476250"/>
          </a:xfrm>
          <a:prstGeom prst="rect">
            <a:avLst/>
          </a:prstGeom>
        </p:spPr>
        <p:txBody>
          <a:bodyPr anchor="b"/>
          <a:lstStyle>
            <a:lvl1pPr algn="r" eaLnBrk="1" latinLnBrk="0" hangingPunct="1">
              <a:defRPr kumimoji="0" sz="1200">
                <a:solidFill>
                  <a:schemeClr val="bg2">
                    <a:shade val="50000"/>
                    <a:satMod val="200000"/>
                  </a:schemeClr>
                </a:solidFill>
              </a:defRPr>
            </a:lvl1pPr>
            <a:extLst/>
          </a:lstStyle>
          <a:p>
            <a:fld id="{29F357B5-208D-43B9-B470-40A360E5B884}" type="datetimeFigureOut">
              <a:rPr lang="en-US" smtClean="0"/>
              <a:t>4/30/2026</a:t>
            </a:fld>
            <a:endParaRPr lang="en-US"/>
          </a:p>
        </p:txBody>
      </p:sp>
      <p:sp>
        <p:nvSpPr>
          <p:cNvPr id="10" name="Footer Placeholder 9"/>
          <p:cNvSpPr>
            <a:spLocks noGrp="1"/>
          </p:cNvSpPr>
          <p:nvPr>
            <p:ph type="ftr" sz="quarter" idx="3"/>
          </p:nvPr>
        </p:nvSpPr>
        <p:spPr>
          <a:xfrm>
            <a:off x="5715000" y="6305550"/>
            <a:ext cx="2895600" cy="476250"/>
          </a:xfrm>
          <a:prstGeom prst="rect">
            <a:avLst/>
          </a:prstGeom>
        </p:spPr>
        <p:txBody>
          <a:bodyPr anchor="b"/>
          <a:lstStyle>
            <a:lvl1pPr eaLnBrk="1" latinLnBrk="0" hangingPunct="1">
              <a:defRPr kumimoji="0" sz="1200">
                <a:solidFill>
                  <a:schemeClr val="bg2">
                    <a:shade val="50000"/>
                    <a:satMod val="200000"/>
                  </a:schemeClr>
                </a:solidFill>
                <a:effectLst/>
              </a:defRPr>
            </a:lvl1pPr>
            <a:extLst/>
          </a:lstStyle>
          <a:p>
            <a:endParaRPr lang="en-US"/>
          </a:p>
        </p:txBody>
      </p:sp>
      <p:sp>
        <p:nvSpPr>
          <p:cNvPr id="22" name="Slide Number Placeholder 21"/>
          <p:cNvSpPr>
            <a:spLocks noGrp="1"/>
          </p:cNvSpPr>
          <p:nvPr>
            <p:ph type="sldNum" sz="quarter" idx="4"/>
          </p:nvPr>
        </p:nvSpPr>
        <p:spPr>
          <a:xfrm>
            <a:off x="8613648" y="6305550"/>
            <a:ext cx="457200" cy="476250"/>
          </a:xfrm>
          <a:prstGeom prst="rect">
            <a:avLst/>
          </a:prstGeom>
        </p:spPr>
        <p:txBody>
          <a:bodyPr anchor="b"/>
          <a:lstStyle>
            <a:lvl1pPr algn="ctr" eaLnBrk="1" latinLnBrk="0" hangingPunct="1">
              <a:defRPr kumimoji="0" sz="1200">
                <a:solidFill>
                  <a:schemeClr val="bg2">
                    <a:shade val="50000"/>
                    <a:satMod val="200000"/>
                  </a:schemeClr>
                </a:solidFill>
                <a:effectLst/>
              </a:defRPr>
            </a:lvl1pPr>
            <a:extLst/>
          </a:lstStyle>
          <a:p>
            <a:fld id="{C858AAC3-08FD-4350-BF29-231A092F1E84}" type="slidenum">
              <a:rPr lang="en-US" smtClean="0"/>
              <a:t>‹#›</a:t>
            </a:fld>
            <a:endParaRPr lang="en-US"/>
          </a:p>
        </p:txBody>
      </p:sp>
      <p:sp>
        <p:nvSpPr>
          <p:cNvPr id="15" name="Rectangle 14"/>
          <p:cNvSpPr/>
          <p:nvPr/>
        </p:nvSpPr>
        <p:spPr bwMode="invGray">
          <a:xfrm>
            <a:off x="1014984" y="-54"/>
            <a:ext cx="73152"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xStyles>
    <p:titleStyle>
      <a:lvl1pPr algn="l" rtl="0" eaLnBrk="1" latinLnBrk="0" hangingPunct="1">
        <a:spcBef>
          <a:spcPct val="0"/>
        </a:spcBef>
        <a:buNone/>
        <a:defRPr kumimoji="0" sz="4300" kern="1200">
          <a:solidFill>
            <a:schemeClr val="tx2">
              <a:satMod val="130000"/>
            </a:schemeClr>
          </a:solidFill>
          <a:effectLst>
            <a:outerShdw blurRad="50000" dist="30000" dir="5400000" algn="tl" rotWithShape="0">
              <a:srgbClr val="000000">
                <a:alpha val="30000"/>
              </a:srgbClr>
            </a:outerShdw>
          </a:effectLst>
          <a:latin typeface="+mj-lt"/>
          <a:ea typeface="+mj-ea"/>
          <a:cs typeface="+mj-cs"/>
        </a:defRPr>
      </a:lvl1pPr>
      <a:extLst/>
    </p:titleStyle>
    <p:bodyStyle>
      <a:lvl1pPr marL="365760" indent="-283464" algn="l" rtl="0" eaLnBrk="1" latinLnBrk="0" hangingPunct="1">
        <a:lnSpc>
          <a:spcPct val="100000"/>
        </a:lnSpc>
        <a:spcBef>
          <a:spcPts val="600"/>
        </a:spcBef>
        <a:buClr>
          <a:schemeClr val="accent1"/>
        </a:buClr>
        <a:buSzPct val="80000"/>
        <a:buFont typeface="Wingdings 2"/>
        <a:buChar char=""/>
        <a:defRPr kumimoji="0" sz="3200" kern="1200">
          <a:solidFill>
            <a:schemeClr val="tx1"/>
          </a:solidFill>
          <a:latin typeface="+mn-lt"/>
          <a:ea typeface="+mn-ea"/>
          <a:cs typeface="+mn-cs"/>
        </a:defRPr>
      </a:lvl1pPr>
      <a:lvl2pPr marL="640080" indent="-237744" algn="l" rtl="0" eaLnBrk="1" latinLnBrk="0" hangingPunct="1">
        <a:lnSpc>
          <a:spcPct val="100000"/>
        </a:lnSpc>
        <a:spcBef>
          <a:spcPts val="550"/>
        </a:spcBef>
        <a:buClr>
          <a:schemeClr val="accent1"/>
        </a:buClr>
        <a:buFont typeface="Verdana"/>
        <a:buChar char="◦"/>
        <a:defRPr kumimoji="0" sz="2800" kern="1200">
          <a:solidFill>
            <a:schemeClr val="tx1"/>
          </a:solidFill>
          <a:latin typeface="+mn-lt"/>
          <a:ea typeface="+mn-ea"/>
          <a:cs typeface="+mn-cs"/>
        </a:defRPr>
      </a:lvl2pPr>
      <a:lvl3pPr marL="886968" indent="-228600" algn="l" rtl="0" eaLnBrk="1" latinLnBrk="0" hangingPunct="1">
        <a:lnSpc>
          <a:spcPct val="100000"/>
        </a:lnSpc>
        <a:spcBef>
          <a:spcPct val="20000"/>
        </a:spcBef>
        <a:buClr>
          <a:schemeClr val="accent2"/>
        </a:buClr>
        <a:buFont typeface="Wingdings 2"/>
        <a:buChar char=""/>
        <a:defRPr kumimoji="0" sz="2400" kern="1200">
          <a:solidFill>
            <a:schemeClr val="tx1"/>
          </a:solidFill>
          <a:latin typeface="+mn-lt"/>
          <a:ea typeface="+mn-ea"/>
          <a:cs typeface="+mn-cs"/>
        </a:defRPr>
      </a:lvl3pPr>
      <a:lvl4pPr marL="1097280" indent="-173736" algn="l" rtl="0" eaLnBrk="1" latinLnBrk="0" hangingPunct="1">
        <a:lnSpc>
          <a:spcPct val="100000"/>
        </a:lnSpc>
        <a:spcBef>
          <a:spcPct val="20000"/>
        </a:spcBef>
        <a:buClr>
          <a:schemeClr val="accent3"/>
        </a:buClr>
        <a:buFont typeface="Wingdings 2"/>
        <a:buChar char=""/>
        <a:defRPr kumimoji="0" sz="2000" kern="1200">
          <a:solidFill>
            <a:schemeClr val="tx1"/>
          </a:solidFill>
          <a:latin typeface="+mn-lt"/>
          <a:ea typeface="+mn-ea"/>
          <a:cs typeface="+mn-cs"/>
        </a:defRPr>
      </a:lvl4pPr>
      <a:lvl5pPr marL="1298448" indent="-182880" algn="l" rtl="0" eaLnBrk="1" latinLnBrk="0" hangingPunct="1">
        <a:lnSpc>
          <a:spcPct val="100000"/>
        </a:lnSpc>
        <a:spcBef>
          <a:spcPct val="20000"/>
        </a:spcBef>
        <a:buClr>
          <a:schemeClr val="accent4"/>
        </a:buClr>
        <a:buFont typeface="Wingdings 2"/>
        <a:buChar char=""/>
        <a:defRPr kumimoji="0" sz="2000" kern="1200">
          <a:solidFill>
            <a:schemeClr val="tx1"/>
          </a:solidFill>
          <a:latin typeface="+mn-lt"/>
          <a:ea typeface="+mn-ea"/>
          <a:cs typeface="+mn-cs"/>
        </a:defRPr>
      </a:lvl5pPr>
      <a:lvl6pPr marL="1508760" indent="-182880" algn="l" rtl="0" eaLnBrk="1" latinLnBrk="0" hangingPunct="1">
        <a:lnSpc>
          <a:spcPct val="100000"/>
        </a:lnSpc>
        <a:spcBef>
          <a:spcPct val="20000"/>
        </a:spcBef>
        <a:buClr>
          <a:schemeClr val="accent5"/>
        </a:buClr>
        <a:buFont typeface="Wingdings 2"/>
        <a:buChar char=""/>
        <a:defRPr kumimoji="0" sz="2000" kern="1200">
          <a:solidFill>
            <a:schemeClr val="tx1"/>
          </a:solidFill>
          <a:latin typeface="+mn-lt"/>
          <a:ea typeface="+mn-ea"/>
          <a:cs typeface="+mn-cs"/>
        </a:defRPr>
      </a:lvl6pPr>
      <a:lvl7pPr marL="171907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7pPr>
      <a:lvl8pPr marL="1920240"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8pPr>
      <a:lvl9pPr marL="213055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35069DF3-40B4-6004-DF34-DD2553C8D62A}"/>
              </a:ext>
            </a:extLst>
          </p:cNvPr>
          <p:cNvSpPr txBox="1"/>
          <p:nvPr/>
        </p:nvSpPr>
        <p:spPr>
          <a:xfrm>
            <a:off x="971601" y="0"/>
            <a:ext cx="8172399" cy="6658233"/>
          </a:xfrm>
          <a:prstGeom prst="rect">
            <a:avLst/>
          </a:prstGeom>
          <a:noFill/>
        </p:spPr>
        <p:txBody>
          <a:bodyPr wrap="square">
            <a:spAutoFit/>
          </a:bodyPr>
          <a:lstStyle/>
          <a:p>
            <a:pPr algn="ctr" rtl="0">
              <a:buNone/>
            </a:pPr>
            <a:r>
              <a:rPr lang="en-US" sz="1800" b="1" i="0" u="none" strike="noStrike" dirty="0">
                <a:solidFill>
                  <a:srgbClr val="000000"/>
                </a:solidFill>
                <a:effectLst/>
                <a:latin typeface="Times New Roman" panose="02020603050405020304" pitchFamily="18" charset="0"/>
              </a:rPr>
              <a:t>Project Presentation of Industry Oriented Hands</a:t>
            </a:r>
            <a:r>
              <a:rPr lang="en-US" b="1" dirty="0">
                <a:solidFill>
                  <a:srgbClr val="000000"/>
                </a:solidFill>
                <a:latin typeface="Times New Roman" panose="02020603050405020304" pitchFamily="18" charset="0"/>
              </a:rPr>
              <a:t> </a:t>
            </a:r>
            <a:r>
              <a:rPr lang="en-US" sz="1800" b="1" i="0" u="none" strike="noStrike" dirty="0">
                <a:solidFill>
                  <a:srgbClr val="000000"/>
                </a:solidFill>
                <a:effectLst/>
                <a:latin typeface="Times New Roman" panose="02020603050405020304" pitchFamily="18" charset="0"/>
              </a:rPr>
              <a:t>on Experience (22CS422)</a:t>
            </a:r>
            <a:endParaRPr lang="en-US" b="0" dirty="0">
              <a:effectLst/>
            </a:endParaRPr>
          </a:p>
          <a:p>
            <a:pPr algn="ctr" rtl="0">
              <a:spcBef>
                <a:spcPts val="400"/>
              </a:spcBef>
              <a:buNone/>
            </a:pPr>
            <a:r>
              <a:rPr lang="en-US" sz="2000" b="0" i="0" u="none" strike="noStrike" dirty="0">
                <a:solidFill>
                  <a:srgbClr val="000000"/>
                </a:solidFill>
                <a:effectLst/>
                <a:latin typeface="Times New Roman" panose="02020603050405020304" pitchFamily="18" charset="0"/>
              </a:rPr>
              <a:t>On</a:t>
            </a:r>
            <a:endParaRPr lang="en-US" b="0" dirty="0">
              <a:effectLst/>
            </a:endParaRPr>
          </a:p>
          <a:p>
            <a:pPr algn="ctr" rtl="0">
              <a:spcBef>
                <a:spcPts val="400"/>
              </a:spcBef>
              <a:buNone/>
            </a:pPr>
            <a:r>
              <a:rPr lang="en-US" sz="4400" b="0" i="0" u="none" strike="noStrike" dirty="0">
                <a:solidFill>
                  <a:srgbClr val="000000"/>
                </a:solidFill>
                <a:effectLst/>
                <a:latin typeface="Times New Roman" panose="02020603050405020304" pitchFamily="18" charset="0"/>
              </a:rPr>
              <a:t>HOSTEL MANAGEMENT SYSTEM</a:t>
            </a:r>
            <a:endParaRPr lang="en-US" b="0" dirty="0">
              <a:effectLst/>
            </a:endParaRPr>
          </a:p>
          <a:p>
            <a:pPr algn="ctr" rtl="0">
              <a:spcBef>
                <a:spcPts val="400"/>
              </a:spcBef>
              <a:buNone/>
            </a:pPr>
            <a:br>
              <a:rPr lang="en-US" sz="2000" b="0" i="0" u="none" strike="noStrike" dirty="0">
                <a:solidFill>
                  <a:srgbClr val="000000"/>
                </a:solidFill>
                <a:effectLst/>
                <a:latin typeface="Times New Roman" panose="02020603050405020304" pitchFamily="18" charset="0"/>
              </a:rPr>
            </a:br>
            <a:r>
              <a:rPr lang="en-US" sz="2000" b="0" i="0" u="none" strike="noStrike" dirty="0">
                <a:solidFill>
                  <a:srgbClr val="000000"/>
                </a:solidFill>
                <a:effectLst/>
                <a:latin typeface="Times New Roman" panose="02020603050405020304" pitchFamily="18" charset="0"/>
              </a:rPr>
              <a:t>Manan Jindal</a:t>
            </a:r>
            <a:endParaRPr lang="en-US" b="0" dirty="0">
              <a:effectLst/>
            </a:endParaRPr>
          </a:p>
          <a:p>
            <a:pPr algn="ctr" rtl="0">
              <a:spcBef>
                <a:spcPts val="400"/>
              </a:spcBef>
              <a:buNone/>
            </a:pPr>
            <a:r>
              <a:rPr lang="en-US" sz="2000" b="0" i="0" u="none" strike="noStrike" dirty="0">
                <a:solidFill>
                  <a:srgbClr val="000000"/>
                </a:solidFill>
                <a:effectLst/>
                <a:latin typeface="Times New Roman" panose="02020603050405020304" pitchFamily="18" charset="0"/>
              </a:rPr>
              <a:t>2210991871</a:t>
            </a:r>
            <a:endParaRPr lang="en-US" b="0" dirty="0">
              <a:effectLst/>
            </a:endParaRPr>
          </a:p>
          <a:p>
            <a:pPr>
              <a:buNone/>
            </a:pPr>
            <a:br>
              <a:rPr lang="en-US" b="0" dirty="0">
                <a:effectLst/>
              </a:rPr>
            </a:br>
            <a:endParaRPr lang="en-US" b="0" dirty="0">
              <a:effectLst/>
            </a:endParaRPr>
          </a:p>
          <a:p>
            <a:pPr algn="ctr" rtl="0">
              <a:spcBef>
                <a:spcPts val="400"/>
              </a:spcBef>
              <a:buNone/>
            </a:pPr>
            <a:r>
              <a:rPr lang="en-US" sz="2000" b="0" i="0" u="none" strike="noStrike" dirty="0">
                <a:solidFill>
                  <a:srgbClr val="000000"/>
                </a:solidFill>
                <a:effectLst/>
                <a:latin typeface="Times New Roman" panose="02020603050405020304" pitchFamily="18" charset="0"/>
              </a:rPr>
              <a:t>Supervised By</a:t>
            </a:r>
            <a:endParaRPr lang="en-US" b="0" dirty="0">
              <a:effectLst/>
            </a:endParaRPr>
          </a:p>
          <a:p>
            <a:pPr algn="ctr" rtl="0">
              <a:spcBef>
                <a:spcPts val="400"/>
              </a:spcBef>
              <a:buNone/>
            </a:pPr>
            <a:r>
              <a:rPr lang="en-US" sz="2000" b="0" i="0" u="none" strike="noStrike" dirty="0">
                <a:solidFill>
                  <a:srgbClr val="000000"/>
                </a:solidFill>
                <a:effectLst/>
                <a:latin typeface="Times New Roman" panose="02020603050405020304" pitchFamily="18" charset="0"/>
              </a:rPr>
              <a:t>Mrs. Preeti Saini</a:t>
            </a:r>
            <a:endParaRPr lang="en-US" b="0" dirty="0">
              <a:effectLst/>
            </a:endParaRPr>
          </a:p>
          <a:p>
            <a:pPr>
              <a:buNone/>
            </a:pPr>
            <a:br>
              <a:rPr lang="en-US" b="0" dirty="0">
                <a:effectLst/>
              </a:rPr>
            </a:br>
            <a:br>
              <a:rPr lang="en-US" b="0" dirty="0">
                <a:effectLst/>
              </a:rPr>
            </a:br>
            <a:br>
              <a:rPr lang="en-US" b="0" dirty="0">
                <a:effectLst/>
              </a:rPr>
            </a:br>
            <a:endParaRPr lang="en-US" b="0" dirty="0">
              <a:effectLst/>
            </a:endParaRPr>
          </a:p>
          <a:p>
            <a:pPr algn="ctr" rtl="0">
              <a:spcBef>
                <a:spcPts val="400"/>
              </a:spcBef>
              <a:buNone/>
            </a:pPr>
            <a:r>
              <a:rPr lang="en-US" sz="2400" b="0" i="0" u="none" strike="noStrike" dirty="0">
                <a:solidFill>
                  <a:srgbClr val="000000"/>
                </a:solidFill>
                <a:effectLst/>
                <a:latin typeface="Times New Roman" panose="02020603050405020304" pitchFamily="18" charset="0"/>
              </a:rPr>
              <a:t>Department of Computer Science and Engineering, </a:t>
            </a:r>
            <a:endParaRPr lang="en-US" b="0" dirty="0">
              <a:effectLst/>
            </a:endParaRPr>
          </a:p>
          <a:p>
            <a:pPr algn="ctr" rtl="0">
              <a:spcBef>
                <a:spcPts val="400"/>
              </a:spcBef>
              <a:buNone/>
            </a:pPr>
            <a:r>
              <a:rPr lang="en-US" sz="2400" b="0" i="0" u="none" strike="noStrike" dirty="0">
                <a:solidFill>
                  <a:srgbClr val="000000"/>
                </a:solidFill>
                <a:effectLst/>
                <a:latin typeface="Times New Roman" panose="02020603050405020304" pitchFamily="18" charset="0"/>
              </a:rPr>
              <a:t>Chitkara University, Punjab</a:t>
            </a:r>
            <a:endParaRPr lang="en-US" b="0" dirty="0">
              <a:effectLst/>
            </a:endParaRPr>
          </a:p>
          <a:p>
            <a:pPr>
              <a:buNone/>
            </a:pPr>
            <a:endParaRPr lang="en-IN" dirty="0"/>
          </a:p>
        </p:txBody>
      </p:sp>
    </p:spTree>
    <p:extLst>
      <p:ext uri="{BB962C8B-B14F-4D97-AF65-F5344CB8AC3E}">
        <p14:creationId xmlns:p14="http://schemas.microsoft.com/office/powerpoint/2010/main" val="27257217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000100" y="1785926"/>
            <a:ext cx="8286808" cy="2143140"/>
          </a:xfrm>
        </p:spPr>
        <p:txBody>
          <a:bodyPr/>
          <a:lstStyle/>
          <a:p>
            <a:pPr algn="ctr"/>
            <a:r>
              <a:rPr lang="en-IN" b="1" dirty="0"/>
              <a:t>Hostel Management System </a:t>
            </a:r>
            <a:br>
              <a:rPr lang="en-IN" b="1" dirty="0"/>
            </a:br>
            <a:r>
              <a:rPr lang="en-IN" b="1" dirty="0"/>
              <a:t>Using PHP and MySQL</a:t>
            </a:r>
            <a:endParaRPr lang="en-US" b="1"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71538" y="-142900"/>
            <a:ext cx="7862150" cy="1143008"/>
          </a:xfrm>
        </p:spPr>
        <p:txBody>
          <a:bodyPr/>
          <a:lstStyle/>
          <a:p>
            <a:pPr algn="ctr"/>
            <a:r>
              <a:rPr lang="en-IN" dirty="0"/>
              <a:t>ABSTRACT</a:t>
            </a:r>
            <a:endParaRPr lang="en-US" dirty="0"/>
          </a:p>
        </p:txBody>
      </p:sp>
      <p:sp>
        <p:nvSpPr>
          <p:cNvPr id="3" name="Content Placeholder 2"/>
          <p:cNvSpPr>
            <a:spLocks noGrp="1"/>
          </p:cNvSpPr>
          <p:nvPr>
            <p:ph idx="1"/>
          </p:nvPr>
        </p:nvSpPr>
        <p:spPr>
          <a:xfrm>
            <a:off x="1142976" y="1142984"/>
            <a:ext cx="7790712" cy="5429288"/>
          </a:xfrm>
        </p:spPr>
        <p:txBody>
          <a:bodyPr>
            <a:normAutofit fontScale="47500" lnSpcReduction="20000"/>
          </a:bodyPr>
          <a:lstStyle/>
          <a:p>
            <a:pPr hangingPunct="0">
              <a:buNone/>
            </a:pPr>
            <a:r>
              <a:rPr lang="en-US" dirty="0"/>
              <a:t>As the name specifies “HOSTEL MANAGEMENT SYSTEM” is software developed for managing various activities in the hostel. For the past few years the number of educational institutions is increasing rapidly. Thereby the number of hostels is also increasing for the accommodation of the students studying in this institution. And hence there is a lot of strain on the person who are running the hostel and software’s are not usually used in this context. This particular project deals with the problems on managing a hostel and avoids the problems which occur when carried manually. </a:t>
            </a:r>
          </a:p>
          <a:p>
            <a:pPr hangingPunct="0">
              <a:buNone/>
            </a:pPr>
            <a:endParaRPr lang="en-US" dirty="0"/>
          </a:p>
          <a:p>
            <a:pPr hangingPunct="0">
              <a:buNone/>
            </a:pPr>
            <a:r>
              <a:rPr lang="en-US" dirty="0"/>
              <a:t>Identification of the drawbacks of the existing system leads to the designing of computerized system that will be compatible to the existing system with the system Which is more user friendly and more GUI oriented. We can improve the efficiency of the system, thus overcome the drawbacks of the existing system. </a:t>
            </a:r>
          </a:p>
          <a:p>
            <a:pPr hangingPunct="0">
              <a:buNone/>
            </a:pPr>
            <a:endParaRPr lang="en-US" dirty="0"/>
          </a:p>
          <a:p>
            <a:pPr lvl="0" hangingPunct="0"/>
            <a:r>
              <a:rPr lang="en-US" dirty="0"/>
              <a:t>Less human error  </a:t>
            </a:r>
          </a:p>
          <a:p>
            <a:pPr lvl="0" hangingPunct="0"/>
            <a:r>
              <a:rPr lang="en-US" dirty="0"/>
              <a:t>Strength and strain of manual labor can be reduced  </a:t>
            </a:r>
          </a:p>
          <a:p>
            <a:pPr lvl="0" hangingPunct="0"/>
            <a:r>
              <a:rPr lang="en-US" dirty="0"/>
              <a:t>High security  </a:t>
            </a:r>
          </a:p>
          <a:p>
            <a:pPr lvl="0" hangingPunct="0"/>
            <a:r>
              <a:rPr lang="en-US" dirty="0"/>
              <a:t>Data redundancy can be avoided to some extent  </a:t>
            </a:r>
          </a:p>
          <a:p>
            <a:pPr lvl="0" hangingPunct="0"/>
            <a:r>
              <a:rPr lang="en-US" dirty="0"/>
              <a:t>Data consistency </a:t>
            </a:r>
          </a:p>
          <a:p>
            <a:pPr lvl="0" hangingPunct="0"/>
            <a:r>
              <a:rPr lang="en-US" dirty="0"/>
              <a:t>Easy to handle </a:t>
            </a:r>
          </a:p>
          <a:p>
            <a:pPr lvl="0" hangingPunct="0"/>
            <a:r>
              <a:rPr lang="en-US" dirty="0"/>
              <a:t>Easy data updating </a:t>
            </a:r>
          </a:p>
          <a:p>
            <a:pPr lvl="0" hangingPunct="0"/>
            <a:r>
              <a:rPr lang="en-US" dirty="0"/>
              <a:t>Easy record keeping </a:t>
            </a:r>
          </a:p>
          <a:p>
            <a:pPr lvl="0" hangingPunct="0"/>
            <a:r>
              <a:rPr lang="en-US" dirty="0"/>
              <a:t>Backup data can be easily generated </a:t>
            </a:r>
          </a:p>
          <a:p>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35608" y="142852"/>
            <a:ext cx="7498080" cy="928694"/>
          </a:xfrm>
        </p:spPr>
        <p:txBody>
          <a:bodyPr>
            <a:normAutofit fontScale="90000"/>
          </a:bodyPr>
          <a:lstStyle/>
          <a:p>
            <a:pPr algn="ctr"/>
            <a:r>
              <a:rPr lang="en-US" b="1" dirty="0"/>
              <a:t>INTRODUCTION</a:t>
            </a:r>
            <a:br>
              <a:rPr lang="en-US" dirty="0"/>
            </a:br>
            <a:endParaRPr lang="en-US" dirty="0"/>
          </a:p>
        </p:txBody>
      </p:sp>
      <p:sp>
        <p:nvSpPr>
          <p:cNvPr id="3" name="Content Placeholder 2"/>
          <p:cNvSpPr>
            <a:spLocks noGrp="1"/>
          </p:cNvSpPr>
          <p:nvPr>
            <p:ph idx="1"/>
          </p:nvPr>
        </p:nvSpPr>
        <p:spPr>
          <a:xfrm>
            <a:off x="1071538" y="785794"/>
            <a:ext cx="7862150" cy="5786478"/>
          </a:xfrm>
        </p:spPr>
        <p:txBody>
          <a:bodyPr>
            <a:normAutofit fontScale="62500" lnSpcReduction="20000"/>
          </a:bodyPr>
          <a:lstStyle/>
          <a:p>
            <a:pPr>
              <a:buNone/>
            </a:pPr>
            <a:r>
              <a:rPr lang="en-IN" sz="2600" b="1" dirty="0"/>
              <a:t>Hostel Management System has two Modules i.e. Admin and user</a:t>
            </a:r>
          </a:p>
          <a:p>
            <a:pPr>
              <a:buNone/>
            </a:pPr>
            <a:endParaRPr lang="en-IN" sz="2600" b="1" dirty="0"/>
          </a:p>
          <a:p>
            <a:pPr>
              <a:buNone/>
            </a:pPr>
            <a:r>
              <a:rPr lang="en-US" sz="2200" b="1" u="sng" dirty="0"/>
              <a:t>Admin Panel</a:t>
            </a:r>
            <a:r>
              <a:rPr lang="en-US" sz="2200" dirty="0"/>
              <a:t> </a:t>
            </a:r>
          </a:p>
          <a:p>
            <a:pPr marL="82296" indent="0" hangingPunct="0">
              <a:buNone/>
            </a:pPr>
            <a:r>
              <a:rPr lang="en-US" sz="2400" b="1" dirty="0"/>
              <a:t>1. Admin Login</a:t>
            </a:r>
            <a:r>
              <a:rPr lang="en-US" sz="2400" dirty="0"/>
              <a:t> </a:t>
            </a:r>
          </a:p>
          <a:p>
            <a:pPr marL="82296" indent="0" hangingPunct="0">
              <a:buNone/>
            </a:pPr>
            <a:r>
              <a:rPr lang="en-US" sz="2400" dirty="0"/>
              <a:t>Admin can login through login form.</a:t>
            </a:r>
          </a:p>
          <a:p>
            <a:pPr marL="82296" indent="0" hangingPunct="0">
              <a:buNone/>
            </a:pPr>
            <a:r>
              <a:rPr lang="en-US" sz="2400" b="1" dirty="0"/>
              <a:t>2. Admin Profile</a:t>
            </a:r>
            <a:endParaRPr lang="en-US" sz="2400" dirty="0"/>
          </a:p>
          <a:p>
            <a:pPr marL="82296" indent="0" hangingPunct="0">
              <a:buNone/>
            </a:pPr>
            <a:r>
              <a:rPr lang="en-US" sz="2400" dirty="0"/>
              <a:t>Admin can manage his own profile.  Admin can also change his password</a:t>
            </a:r>
          </a:p>
          <a:p>
            <a:pPr marL="82296" indent="0" hangingPunct="0">
              <a:buNone/>
            </a:pPr>
            <a:r>
              <a:rPr lang="en-US" sz="2400" dirty="0"/>
              <a:t> </a:t>
            </a:r>
            <a:r>
              <a:rPr lang="en-US" sz="2400" b="1" dirty="0"/>
              <a:t>3. Courses</a:t>
            </a:r>
            <a:endParaRPr lang="en-US" sz="2400" dirty="0"/>
          </a:p>
          <a:p>
            <a:pPr marL="82296" indent="0" hangingPunct="0">
              <a:buNone/>
            </a:pPr>
            <a:r>
              <a:rPr lang="en-US" sz="2400" dirty="0"/>
              <a:t>Admin can create add course, edit courses and also delete the course</a:t>
            </a:r>
          </a:p>
          <a:p>
            <a:pPr marL="82296" indent="0" hangingPunct="0">
              <a:buNone/>
            </a:pPr>
            <a:r>
              <a:rPr lang="en-US" sz="2400" b="1" dirty="0"/>
              <a:t>4. Rooms</a:t>
            </a:r>
            <a:endParaRPr lang="en-US" sz="2400" dirty="0"/>
          </a:p>
          <a:p>
            <a:pPr marL="82296" indent="0" hangingPunct="0">
              <a:buNone/>
            </a:pPr>
            <a:r>
              <a:rPr lang="en-US" sz="2400" dirty="0"/>
              <a:t>Admin can create rooms and allots seater to particular rooms and assign the fees.</a:t>
            </a:r>
          </a:p>
          <a:p>
            <a:pPr marL="82296" indent="0" hangingPunct="0">
              <a:buNone/>
            </a:pPr>
            <a:r>
              <a:rPr lang="en-US" sz="2400" b="1" dirty="0"/>
              <a:t>5. Registration</a:t>
            </a:r>
            <a:endParaRPr lang="en-US" sz="2400" dirty="0"/>
          </a:p>
          <a:p>
            <a:pPr marL="82296" indent="0" hangingPunct="0">
              <a:buNone/>
            </a:pPr>
            <a:r>
              <a:rPr lang="en-US" sz="2400" dirty="0"/>
              <a:t>Admin can create student profile and allot the rooms.</a:t>
            </a:r>
          </a:p>
          <a:p>
            <a:pPr marL="82296" indent="0" hangingPunct="0">
              <a:buNone/>
            </a:pPr>
            <a:r>
              <a:rPr lang="en-US" sz="2400" b="1" dirty="0"/>
              <a:t> 6. Manage the Registration</a:t>
            </a:r>
            <a:endParaRPr lang="en-US" sz="2400" dirty="0"/>
          </a:p>
          <a:p>
            <a:pPr marL="82296" indent="0" hangingPunct="0">
              <a:buNone/>
            </a:pPr>
            <a:r>
              <a:rPr lang="en-US" sz="2400" dirty="0"/>
              <a:t>Admin can manage the all the student Profile. Take a print out of all profiles and also delete the profile.</a:t>
            </a:r>
          </a:p>
          <a:p>
            <a:pPr marL="82296" indent="0" hangingPunct="0">
              <a:buNone/>
            </a:pPr>
            <a:r>
              <a:rPr lang="en-US" sz="2400" b="1" dirty="0"/>
              <a:t> 7. Complaints</a:t>
            </a:r>
            <a:endParaRPr lang="en-US" sz="2400" dirty="0"/>
          </a:p>
          <a:p>
            <a:pPr marL="82296" indent="0" hangingPunct="0">
              <a:buNone/>
            </a:pPr>
            <a:r>
              <a:rPr lang="en-US" sz="2400" dirty="0"/>
              <a:t>Admin can manage the all the student complaints and take the appropriate action.</a:t>
            </a:r>
          </a:p>
          <a:p>
            <a:pPr marL="82296" indent="0" hangingPunct="0">
              <a:buNone/>
            </a:pPr>
            <a:r>
              <a:rPr lang="en-US" sz="2400" dirty="0"/>
              <a:t>8. </a:t>
            </a:r>
            <a:r>
              <a:rPr lang="en-US" sz="2400" b="1" dirty="0"/>
              <a:t>Feedback</a:t>
            </a:r>
            <a:r>
              <a:rPr lang="en-US" sz="2400" dirty="0"/>
              <a:t> </a:t>
            </a:r>
          </a:p>
          <a:p>
            <a:pPr marL="82296" indent="0" hangingPunct="0">
              <a:buNone/>
            </a:pPr>
            <a:r>
              <a:rPr lang="en-US" sz="2400" dirty="0"/>
              <a:t>Admin can view the feedback given by students for the hostel.</a:t>
            </a:r>
          </a:p>
          <a:p>
            <a:pPr marL="82296" indent="0" hangingPunct="0">
              <a:buNone/>
            </a:pPr>
            <a:r>
              <a:rPr lang="en-US" sz="2400" b="1" dirty="0"/>
              <a:t>9. Forgot Password</a:t>
            </a:r>
            <a:endParaRPr lang="en-US" sz="2400" dirty="0"/>
          </a:p>
          <a:p>
            <a:pPr marL="82296" indent="0" hangingPunct="0">
              <a:buNone/>
            </a:pPr>
            <a:r>
              <a:rPr lang="en-US" sz="2400" dirty="0"/>
              <a:t>Admin can also retrieve the password if admin forgot the password.</a:t>
            </a:r>
          </a:p>
          <a:p>
            <a:pPr>
              <a:buNone/>
            </a:pP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142976" y="285728"/>
            <a:ext cx="7790712" cy="5962672"/>
          </a:xfrm>
        </p:spPr>
        <p:txBody>
          <a:bodyPr>
            <a:normAutofit fontScale="70000" lnSpcReduction="20000"/>
          </a:bodyPr>
          <a:lstStyle/>
          <a:p>
            <a:pPr hangingPunct="0">
              <a:buNone/>
            </a:pPr>
            <a:r>
              <a:rPr lang="en-US" sz="4000" b="1" u="sng" dirty="0"/>
              <a:t>User Panel</a:t>
            </a:r>
          </a:p>
          <a:p>
            <a:pPr hangingPunct="0">
              <a:buNone/>
            </a:pPr>
            <a:endParaRPr lang="en-US" sz="4000" b="1" u="sng" dirty="0"/>
          </a:p>
          <a:p>
            <a:pPr lvl="0" hangingPunct="0"/>
            <a:r>
              <a:rPr lang="en-US" b="1" dirty="0"/>
              <a:t>User Registration----</a:t>
            </a:r>
            <a:r>
              <a:rPr lang="en-US" dirty="0"/>
              <a:t> User can register through user registration form</a:t>
            </a:r>
          </a:p>
          <a:p>
            <a:pPr lvl="0" hangingPunct="0"/>
            <a:r>
              <a:rPr lang="en-US" b="1" dirty="0"/>
              <a:t>User Login--</a:t>
            </a:r>
            <a:r>
              <a:rPr lang="en-US" dirty="0"/>
              <a:t>  User can login through login form</a:t>
            </a:r>
          </a:p>
          <a:p>
            <a:pPr lvl="0" hangingPunct="0"/>
            <a:r>
              <a:rPr lang="en-US" b="1" dirty="0"/>
              <a:t>Forgot Password—</a:t>
            </a:r>
            <a:r>
              <a:rPr lang="en-US" dirty="0"/>
              <a:t>user can retrieve password through forgot password link</a:t>
            </a:r>
          </a:p>
          <a:p>
            <a:pPr lvl="0" hangingPunct="0"/>
            <a:r>
              <a:rPr lang="en-US" b="1" dirty="0"/>
              <a:t>User Dashboard</a:t>
            </a:r>
            <a:endParaRPr lang="en-US" dirty="0"/>
          </a:p>
          <a:p>
            <a:pPr lvl="0" hangingPunct="0"/>
            <a:r>
              <a:rPr lang="en-US" b="1" dirty="0"/>
              <a:t>User Profile—</a:t>
            </a:r>
            <a:r>
              <a:rPr lang="en-US" dirty="0"/>
              <a:t>User can manage own profile</a:t>
            </a:r>
          </a:p>
          <a:p>
            <a:pPr lvl="0" hangingPunct="0"/>
            <a:r>
              <a:rPr lang="en-US" b="1" dirty="0"/>
              <a:t>Book Hostel </a:t>
            </a:r>
            <a:r>
              <a:rPr lang="en-US" dirty="0"/>
              <a:t>– User can book hostel</a:t>
            </a:r>
          </a:p>
          <a:p>
            <a:pPr lvl="0" hangingPunct="0"/>
            <a:r>
              <a:rPr lang="en-US" b="1" dirty="0"/>
              <a:t>Room Details- </a:t>
            </a:r>
            <a:r>
              <a:rPr lang="en-US" dirty="0"/>
              <a:t>Booked Room Details</a:t>
            </a:r>
          </a:p>
          <a:p>
            <a:pPr lvl="0" hangingPunct="0"/>
            <a:r>
              <a:rPr lang="en-US" b="1" dirty="0"/>
              <a:t>Complaint Registration: </a:t>
            </a:r>
            <a:r>
              <a:rPr lang="en-US" dirty="0"/>
              <a:t>Student can lodge the complaint.</a:t>
            </a:r>
          </a:p>
          <a:p>
            <a:pPr lvl="0" hangingPunct="0"/>
            <a:r>
              <a:rPr lang="en-US" b="1" dirty="0"/>
              <a:t>Registered Complaint:</a:t>
            </a:r>
            <a:r>
              <a:rPr lang="en-US" dirty="0"/>
              <a:t> Student can check the registered complaint and their status.</a:t>
            </a:r>
          </a:p>
          <a:p>
            <a:pPr lvl="0" hangingPunct="0"/>
            <a:r>
              <a:rPr lang="en-US" b="1" dirty="0"/>
              <a:t>Feedback:</a:t>
            </a:r>
            <a:r>
              <a:rPr lang="en-US" dirty="0"/>
              <a:t> Student give their feedback for hostel.</a:t>
            </a:r>
          </a:p>
          <a:p>
            <a:pPr lvl="0" hangingPunct="0"/>
            <a:r>
              <a:rPr lang="en-US" b="1" dirty="0"/>
              <a:t>Change Password- </a:t>
            </a:r>
            <a:r>
              <a:rPr lang="en-US" dirty="0"/>
              <a:t>User Can change own password</a:t>
            </a:r>
          </a:p>
          <a:p>
            <a:pPr lvl="0" hangingPunct="0"/>
            <a:r>
              <a:rPr lang="en-US" b="1" dirty="0"/>
              <a:t>User access log- </a:t>
            </a:r>
            <a:r>
              <a:rPr lang="en-US" dirty="0"/>
              <a:t>User can watch last login details</a:t>
            </a:r>
          </a:p>
          <a:p>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71538" y="142852"/>
            <a:ext cx="8072462" cy="1274786"/>
          </a:xfrm>
        </p:spPr>
        <p:txBody>
          <a:bodyPr>
            <a:normAutofit fontScale="90000"/>
          </a:bodyPr>
          <a:lstStyle/>
          <a:p>
            <a:pPr algn="ctr"/>
            <a:r>
              <a:rPr lang="en-US" b="1" dirty="0"/>
              <a:t>SYSTEM ENVIRONMENT</a:t>
            </a:r>
            <a:br>
              <a:rPr lang="en-US" dirty="0"/>
            </a:br>
            <a:endParaRPr lang="en-US" dirty="0"/>
          </a:p>
        </p:txBody>
      </p:sp>
      <p:sp>
        <p:nvSpPr>
          <p:cNvPr id="3" name="Content Placeholder 2"/>
          <p:cNvSpPr>
            <a:spLocks noGrp="1"/>
          </p:cNvSpPr>
          <p:nvPr>
            <p:ph idx="1"/>
          </p:nvPr>
        </p:nvSpPr>
        <p:spPr>
          <a:xfrm>
            <a:off x="1142976" y="1071546"/>
            <a:ext cx="7790712" cy="5176854"/>
          </a:xfrm>
        </p:spPr>
        <p:txBody>
          <a:bodyPr>
            <a:normAutofit/>
          </a:bodyPr>
          <a:lstStyle/>
          <a:p>
            <a:pPr>
              <a:buNone/>
            </a:pPr>
            <a:r>
              <a:rPr lang="en-US" sz="2200" b="1" u="sng" dirty="0"/>
              <a:t>Hardware Configuration</a:t>
            </a:r>
          </a:p>
          <a:p>
            <a:pPr>
              <a:buNone/>
            </a:pPr>
            <a:endParaRPr lang="en-US" sz="2200" dirty="0"/>
          </a:p>
          <a:p>
            <a:pPr lvl="0" hangingPunct="0"/>
            <a:r>
              <a:rPr lang="en-US" sz="2100" dirty="0"/>
              <a:t>Pentium IV Processor  </a:t>
            </a:r>
          </a:p>
          <a:p>
            <a:pPr lvl="0" hangingPunct="0"/>
            <a:r>
              <a:rPr lang="en-US" sz="2100" dirty="0"/>
              <a:t>512  MB RAM  </a:t>
            </a:r>
          </a:p>
          <a:p>
            <a:pPr lvl="0" hangingPunct="0"/>
            <a:r>
              <a:rPr lang="en-US" sz="2100" dirty="0"/>
              <a:t>40GB HDD </a:t>
            </a:r>
          </a:p>
          <a:p>
            <a:pPr lvl="0" hangingPunct="0"/>
            <a:r>
              <a:rPr lang="en-US" sz="2100" dirty="0"/>
              <a:t>1024 * 768 Resolution Color Monitor </a:t>
            </a:r>
            <a:endParaRPr lang="en-US" dirty="0"/>
          </a:p>
          <a:p>
            <a:pPr>
              <a:buNone/>
            </a:pPr>
            <a:r>
              <a:rPr lang="en-US" sz="2200" b="1" dirty="0"/>
              <a:t>Note: This is not the “System Requirements”.</a:t>
            </a:r>
          </a:p>
          <a:p>
            <a:pPr>
              <a:buNone/>
            </a:pPr>
            <a:endParaRPr lang="en-US" sz="2200" dirty="0"/>
          </a:p>
          <a:p>
            <a:pPr>
              <a:buNone/>
            </a:pPr>
            <a:r>
              <a:rPr lang="en-US" sz="2200" b="1" u="sng" dirty="0"/>
              <a:t>Software Configuration</a:t>
            </a:r>
          </a:p>
          <a:p>
            <a:pPr>
              <a:buNone/>
            </a:pPr>
            <a:endParaRPr lang="en-US" sz="2200" dirty="0"/>
          </a:p>
          <a:p>
            <a:pPr>
              <a:buNone/>
            </a:pPr>
            <a:r>
              <a:rPr lang="en-US" sz="2000" dirty="0"/>
              <a:t>1. OS : Windows XP </a:t>
            </a:r>
          </a:p>
          <a:p>
            <a:pPr>
              <a:buNone/>
            </a:pPr>
            <a:r>
              <a:rPr lang="en-US" sz="2000" dirty="0"/>
              <a:t>2.PHP Triad (PHP5.6, </a:t>
            </a:r>
            <a:r>
              <a:rPr lang="en-US" sz="2000" dirty="0" err="1"/>
              <a:t>MySQL</a:t>
            </a:r>
            <a:r>
              <a:rPr lang="en-US" sz="2000" dirty="0"/>
              <a:t>, Apache, and </a:t>
            </a:r>
            <a:r>
              <a:rPr lang="en-US" sz="2000" dirty="0" err="1"/>
              <a:t>PHPMyAdmin</a:t>
            </a:r>
            <a:r>
              <a:rPr lang="en-US" sz="2000" dirty="0"/>
              <a:t>)</a:t>
            </a:r>
          </a:p>
          <a:p>
            <a:pPr>
              <a:buNone/>
            </a:pPr>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00100" y="0"/>
            <a:ext cx="8143900" cy="785794"/>
          </a:xfrm>
        </p:spPr>
        <p:txBody>
          <a:bodyPr/>
          <a:lstStyle/>
          <a:p>
            <a:pPr algn="ctr"/>
            <a:r>
              <a:rPr lang="en-IN" dirty="0"/>
              <a:t>Use Case Diagram</a:t>
            </a:r>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47664" y="836712"/>
            <a:ext cx="7200800" cy="5805264"/>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35696" y="260648"/>
            <a:ext cx="6624736" cy="6093296"/>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4414" y="0"/>
            <a:ext cx="7719274" cy="1000108"/>
          </a:xfrm>
        </p:spPr>
        <p:txBody>
          <a:bodyPr/>
          <a:lstStyle/>
          <a:p>
            <a:pPr algn="ctr"/>
            <a:r>
              <a:rPr lang="en-IN" dirty="0"/>
              <a:t>ER Diagram</a:t>
            </a:r>
            <a:endParaRPr lang="en-US" dirty="0"/>
          </a:p>
        </p:txBody>
      </p:sp>
      <p:pic>
        <p:nvPicPr>
          <p:cNvPr id="1026" name="Picture 2" descr="hmse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214414" y="1124744"/>
            <a:ext cx="7719274" cy="54726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4414" y="0"/>
            <a:ext cx="7719274" cy="1417638"/>
          </a:xfrm>
        </p:spPr>
        <p:txBody>
          <a:bodyPr/>
          <a:lstStyle/>
          <a:p>
            <a:pPr algn="ctr"/>
            <a:r>
              <a:rPr lang="en-IN" dirty="0"/>
              <a:t>DATABASE DESIGN</a:t>
            </a:r>
            <a:endParaRPr lang="en-US" dirty="0"/>
          </a:p>
        </p:txBody>
      </p:sp>
      <p:sp>
        <p:nvSpPr>
          <p:cNvPr id="3" name="Content Placeholder 2"/>
          <p:cNvSpPr>
            <a:spLocks noGrp="1"/>
          </p:cNvSpPr>
          <p:nvPr>
            <p:ph idx="1"/>
          </p:nvPr>
        </p:nvSpPr>
        <p:spPr>
          <a:xfrm>
            <a:off x="1071538" y="1285860"/>
            <a:ext cx="7862150" cy="4962540"/>
          </a:xfrm>
        </p:spPr>
        <p:txBody>
          <a:bodyPr>
            <a:normAutofit/>
          </a:bodyPr>
          <a:lstStyle/>
          <a:p>
            <a:pPr hangingPunct="0"/>
            <a:r>
              <a:rPr lang="en-US" sz="1900" dirty="0"/>
              <a:t>The data in the system has to be stored and retrieved from database. Designing the database is part of system design. Data elements and data structures to be stored have been identified at analysis stage. They are structured and put together to design the data storage and retrieval system.</a:t>
            </a:r>
          </a:p>
          <a:p>
            <a:pPr>
              <a:buNone/>
            </a:pPr>
            <a:endParaRPr lang="en-US" sz="1800" dirty="0"/>
          </a:p>
          <a:p>
            <a:pPr hangingPunct="0"/>
            <a:r>
              <a:rPr lang="en-US" sz="1900" dirty="0"/>
              <a:t>A database is a collection of interrelated data stored with minimum redundancy to serve many users quickly and efficiently. The general objective is to make database access easy, quick, inexpensive and flexible for the user. Relationships are established between the data items and unnecessary data items are removed. Normalization is done to get an internal consistency of data and to have minimum redundancy and maximum stability. This ensures minimizing data storage required, minimizing chances of data inconsistencies and optimizing for updates. The </a:t>
            </a:r>
            <a:r>
              <a:rPr lang="en-US" sz="1900" dirty="0" err="1"/>
              <a:t>MySQL</a:t>
            </a:r>
            <a:r>
              <a:rPr lang="en-US" sz="1900" dirty="0"/>
              <a:t> database has been chosen for developing the relevant databases.</a:t>
            </a:r>
          </a:p>
          <a:p>
            <a:pPr>
              <a:buNone/>
            </a:pPr>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class-hostel"/>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91680" y="332656"/>
            <a:ext cx="7200800" cy="6192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Data Flow Diagram (DFD)</a:t>
            </a:r>
          </a:p>
        </p:txBody>
      </p:sp>
      <p:sp>
        <p:nvSpPr>
          <p:cNvPr id="3" name="Content Placeholder 2"/>
          <p:cNvSpPr>
            <a:spLocks noGrp="1"/>
          </p:cNvSpPr>
          <p:nvPr>
            <p:ph idx="1"/>
          </p:nvPr>
        </p:nvSpPr>
        <p:spPr/>
        <p:txBody>
          <a:bodyPr>
            <a:normAutofit fontScale="62500" lnSpcReduction="20000"/>
          </a:bodyPr>
          <a:lstStyle/>
          <a:p>
            <a:pPr algn="just"/>
            <a:r>
              <a:rPr lang="en-US" dirty="0"/>
              <a:t>A Data Flow Diagram (DFD) is a graphical representation of the "flow" of data through an Information System. A data flow diagram can also be used for the visualization of Data Processing. It is common practice for a designer to draw a context-level DFD first which shows the interaction between the system and outside entities. This context-level DFD is then "exploded" to show more detail of the system being modeled.</a:t>
            </a:r>
          </a:p>
          <a:p>
            <a:pPr algn="just"/>
            <a:r>
              <a:rPr lang="en-US" dirty="0"/>
              <a:t>A DFD represents flow of data through a system. Data flow diagrams are commonly used during problem analysis. It views a system as a function that transforms the input into desired output. A DFD shows movement of data through the different transformations or processes in the system.</a:t>
            </a:r>
          </a:p>
          <a:p>
            <a:pPr algn="just"/>
            <a:r>
              <a:rPr lang="en-US" dirty="0"/>
              <a:t> Dataflow diagrams can be used to provide the end user with a physical idea of where the data they input ultimately has an effect upon the structure of the whole system from order to dispatch to restock how any system is developed can be determined through a dataflow diagram. The appropriate register saved in database and maintained by appropriate authorities.</a:t>
            </a:r>
          </a:p>
          <a:p>
            <a:endParaRPr lang="en-US" dirty="0"/>
          </a:p>
        </p:txBody>
      </p:sp>
    </p:spTree>
    <p:extLst>
      <p:ext uri="{BB962C8B-B14F-4D97-AF65-F5344CB8AC3E}">
        <p14:creationId xmlns:p14="http://schemas.microsoft.com/office/powerpoint/2010/main" val="21731667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97595" y="980728"/>
            <a:ext cx="7746343" cy="5471555"/>
          </a:xfrm>
          <a:prstGeom prst="rect">
            <a:avLst/>
          </a:prstGeom>
        </p:spPr>
      </p:pic>
    </p:spTree>
    <p:extLst>
      <p:ext uri="{BB962C8B-B14F-4D97-AF65-F5344CB8AC3E}">
        <p14:creationId xmlns:p14="http://schemas.microsoft.com/office/powerpoint/2010/main" val="26493208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59632" y="260648"/>
            <a:ext cx="7632144" cy="6381328"/>
          </a:xfrm>
          <a:prstGeom prst="rect">
            <a:avLst/>
          </a:prstGeom>
        </p:spPr>
      </p:pic>
    </p:spTree>
    <p:extLst>
      <p:ext uri="{BB962C8B-B14F-4D97-AF65-F5344CB8AC3E}">
        <p14:creationId xmlns:p14="http://schemas.microsoft.com/office/powerpoint/2010/main" val="264345953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03648" y="116632"/>
            <a:ext cx="7560840" cy="6453336"/>
          </a:xfrm>
          <a:prstGeom prst="rect">
            <a:avLst/>
          </a:prstGeom>
        </p:spPr>
      </p:pic>
    </p:spTree>
    <p:extLst>
      <p:ext uri="{BB962C8B-B14F-4D97-AF65-F5344CB8AC3E}">
        <p14:creationId xmlns:p14="http://schemas.microsoft.com/office/powerpoint/2010/main" val="161620471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59632" y="116632"/>
            <a:ext cx="7056784" cy="6318994"/>
          </a:xfrm>
          <a:prstGeom prst="rect">
            <a:avLst/>
          </a:prstGeom>
        </p:spPr>
      </p:pic>
    </p:spTree>
    <p:extLst>
      <p:ext uri="{BB962C8B-B14F-4D97-AF65-F5344CB8AC3E}">
        <p14:creationId xmlns:p14="http://schemas.microsoft.com/office/powerpoint/2010/main" val="307555813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71538" y="-142900"/>
            <a:ext cx="7862150" cy="1285884"/>
          </a:xfrm>
        </p:spPr>
        <p:txBody>
          <a:bodyPr/>
          <a:lstStyle/>
          <a:p>
            <a:pPr algn="ctr"/>
            <a:r>
              <a:rPr lang="en-US" b="1" dirty="0"/>
              <a:t>SYSTEM TESTING</a:t>
            </a:r>
            <a:endParaRPr lang="en-US" dirty="0"/>
          </a:p>
        </p:txBody>
      </p:sp>
      <p:sp>
        <p:nvSpPr>
          <p:cNvPr id="3" name="Content Placeholder 2"/>
          <p:cNvSpPr>
            <a:spLocks noGrp="1"/>
          </p:cNvSpPr>
          <p:nvPr>
            <p:ph idx="1"/>
          </p:nvPr>
        </p:nvSpPr>
        <p:spPr>
          <a:xfrm>
            <a:off x="1142976" y="857232"/>
            <a:ext cx="7790712" cy="5391168"/>
          </a:xfrm>
        </p:spPr>
        <p:txBody>
          <a:bodyPr>
            <a:normAutofit/>
          </a:bodyPr>
          <a:lstStyle/>
          <a:p>
            <a:pPr>
              <a:buNone/>
            </a:pPr>
            <a:endParaRPr lang="en-IN" dirty="0"/>
          </a:p>
          <a:p>
            <a:pPr hangingPunct="0"/>
            <a:r>
              <a:rPr lang="en-US" sz="1900" dirty="0"/>
              <a:t>System testing is the stage of implementation, which is aimed at ensuring that the system works accurately and efficiently before live operation commences. Testing is the process of executing the program with the intent of finding errors and missing operations and also a complete verification to determine whether the objectives are met and the user requirements are satisfied. The ultimate aim is quality assurance.</a:t>
            </a:r>
          </a:p>
          <a:p>
            <a:pPr>
              <a:buNone/>
            </a:pPr>
            <a:r>
              <a:rPr lang="en-US" sz="1900" dirty="0"/>
              <a:t> </a:t>
            </a:r>
          </a:p>
          <a:p>
            <a:pPr hangingPunct="0"/>
            <a:r>
              <a:rPr lang="en-US" sz="1900" dirty="0"/>
              <a:t>Tests are carried out and the results are compared with the expected document. In the case of erroneous results, debugging is done. Using detailed testing strategies a test plan is carried out on each module. The various tests performed in “</a:t>
            </a:r>
            <a:r>
              <a:rPr lang="en-US" sz="1900" b="1" dirty="0"/>
              <a:t>Network Backup System</a:t>
            </a:r>
            <a:r>
              <a:rPr lang="en-US" sz="1900" dirty="0"/>
              <a:t>” are unit testing, integration testing and user acceptance testing.</a:t>
            </a:r>
          </a:p>
          <a:p>
            <a:pPr>
              <a:buNone/>
            </a:pPr>
            <a:endParaRPr 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35608" y="0"/>
            <a:ext cx="7498080" cy="1142984"/>
          </a:xfrm>
        </p:spPr>
        <p:txBody>
          <a:bodyPr>
            <a:normAutofit fontScale="90000"/>
          </a:bodyPr>
          <a:lstStyle/>
          <a:p>
            <a:pPr algn="ctr"/>
            <a:r>
              <a:rPr lang="en-US" sz="3600" b="1" dirty="0"/>
              <a:t>OUTPUT SCREENS</a:t>
            </a:r>
            <a:br>
              <a:rPr lang="en-US" dirty="0"/>
            </a:br>
            <a:endParaRPr lang="en-US" dirty="0"/>
          </a:p>
        </p:txBody>
      </p:sp>
      <p:pic>
        <p:nvPicPr>
          <p:cNvPr id="3074" name="Picture 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691680" y="1268760"/>
            <a:ext cx="6840760" cy="4320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691680" y="260648"/>
            <a:ext cx="6984776" cy="282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099" name="Picture 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691680" y="3501008"/>
            <a:ext cx="6840760" cy="2903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4"/>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87624" y="260648"/>
            <a:ext cx="7488832" cy="282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123" name="Picture 5"/>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204382" y="3501008"/>
            <a:ext cx="7328058" cy="282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63246298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03648" y="188640"/>
            <a:ext cx="7272808" cy="48965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19414062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6"/>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475656" y="404664"/>
            <a:ext cx="7056784" cy="60486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59967610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8"/>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331640" y="260648"/>
            <a:ext cx="7272808" cy="3352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171" name="Picture 9"/>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03648" y="3861048"/>
            <a:ext cx="7056784" cy="282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73544832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10"/>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331640" y="188640"/>
            <a:ext cx="7488832" cy="2903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195" name="Picture 1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331640" y="3356992"/>
            <a:ext cx="7272808" cy="2903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53081066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1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547664" y="260648"/>
            <a:ext cx="7344816" cy="282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19" name="Picture 1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566090" y="3429000"/>
            <a:ext cx="7182373" cy="282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11517651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2" name="Picture 14"/>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403648" y="332656"/>
            <a:ext cx="7344816" cy="282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43" name="Picture 15"/>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03648" y="3645024"/>
            <a:ext cx="7344816" cy="282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61652707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6" name="Picture 16"/>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475656" y="260648"/>
            <a:ext cx="7416824" cy="2865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267" name="Picture 17"/>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80882" y="3356992"/>
            <a:ext cx="7339590" cy="282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39095719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90" name="Picture 18"/>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331640" y="404664"/>
            <a:ext cx="7560840" cy="282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291" name="Picture 19"/>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331640" y="3573016"/>
            <a:ext cx="7416824" cy="2865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44599197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4" name="Picture 20"/>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403648" y="260648"/>
            <a:ext cx="7272808" cy="282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315" name="Picture 2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36944" y="3573016"/>
            <a:ext cx="7167503" cy="282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67769528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38" name="Picture 2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331640" y="260648"/>
            <a:ext cx="7560840" cy="2865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339" name="Picture 2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331702" y="3356992"/>
            <a:ext cx="7416762" cy="282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08930188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362" name="Picture 24"/>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547664" y="188640"/>
            <a:ext cx="6984776" cy="62141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75562822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386" name="Picture 25"/>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547664" y="332656"/>
            <a:ext cx="6912768" cy="2865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387" name="Picture 26"/>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547664" y="3645024"/>
            <a:ext cx="6912768" cy="2865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77020092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410" name="Picture 27"/>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475656" y="260648"/>
            <a:ext cx="7056784" cy="2865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411" name="Picture 28"/>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75686" y="3429000"/>
            <a:ext cx="6840729" cy="2865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45432346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434" name="Picture 29"/>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547664" y="404664"/>
            <a:ext cx="7128792" cy="2865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435" name="Picture 30"/>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547664" y="3717032"/>
            <a:ext cx="7056784" cy="2865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88133728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458" name="Picture 31"/>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403648" y="260648"/>
            <a:ext cx="7056784" cy="57606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15089563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482" name="Picture 3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547664" y="260648"/>
            <a:ext cx="7056784" cy="2865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53815143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71538" y="274638"/>
            <a:ext cx="7862150" cy="1143000"/>
          </a:xfrm>
        </p:spPr>
        <p:txBody>
          <a:bodyPr>
            <a:normAutofit fontScale="90000"/>
          </a:bodyPr>
          <a:lstStyle/>
          <a:p>
            <a:pPr algn="ctr"/>
            <a:r>
              <a:rPr lang="en-US" b="1" dirty="0"/>
              <a:t>CONCLUSION</a:t>
            </a:r>
            <a:br>
              <a:rPr lang="en-US" dirty="0"/>
            </a:br>
            <a:endParaRPr lang="en-US" dirty="0"/>
          </a:p>
        </p:txBody>
      </p:sp>
      <p:sp>
        <p:nvSpPr>
          <p:cNvPr id="3" name="Content Placeholder 2"/>
          <p:cNvSpPr>
            <a:spLocks noGrp="1"/>
          </p:cNvSpPr>
          <p:nvPr>
            <p:ph idx="1"/>
          </p:nvPr>
        </p:nvSpPr>
        <p:spPr>
          <a:xfrm>
            <a:off x="1000100" y="1142984"/>
            <a:ext cx="7933588" cy="5105416"/>
          </a:xfrm>
        </p:spPr>
        <p:txBody>
          <a:bodyPr>
            <a:normAutofit fontScale="55000" lnSpcReduction="20000"/>
          </a:bodyPr>
          <a:lstStyle/>
          <a:p>
            <a:pPr hangingPunct="0"/>
            <a:r>
              <a:rPr lang="en-US" dirty="0"/>
              <a:t>To conclude the description about the project : The project, developed using PHP and </a:t>
            </a:r>
            <a:r>
              <a:rPr lang="en-US" dirty="0" err="1"/>
              <a:t>MySQL</a:t>
            </a:r>
            <a:r>
              <a:rPr lang="en-US" dirty="0"/>
              <a:t> is based on the requirement specification of the user and the analysis of the existing system, with flexibility for future enhancement.</a:t>
            </a:r>
          </a:p>
          <a:p>
            <a:pPr hangingPunct="0">
              <a:buNone/>
            </a:pPr>
            <a:endParaRPr lang="en-US" dirty="0"/>
          </a:p>
          <a:p>
            <a:pPr hangingPunct="0"/>
            <a:r>
              <a:rPr lang="en-US" dirty="0"/>
              <a:t>The expanded functionality of today’s software requires an appropriate approach towards software development. This hostel management software is designed for people who want to manage various </a:t>
            </a:r>
            <a:r>
              <a:rPr lang="en-US" dirty="0" err="1"/>
              <a:t>activi</a:t>
            </a:r>
            <a:r>
              <a:rPr lang="en-US" dirty="0"/>
              <a:t>-ties in the hostel. For the past few years the number of educational institutions are increasing rapidly.</a:t>
            </a:r>
          </a:p>
          <a:p>
            <a:pPr>
              <a:buNone/>
            </a:pPr>
            <a:endParaRPr lang="en-US" dirty="0"/>
          </a:p>
          <a:p>
            <a:pPr hangingPunct="0"/>
            <a:r>
              <a:rPr lang="en-US" dirty="0"/>
              <a:t>Thereby the number of hostels are also increasing for the accommodation of the students studying in this institution. And hence there is a lot of strain on the person who are running the hostel and software’s are not usually used in this context. This particular project deals with the problems on managing a hostel and avoids the problems which occur when carried manually.</a:t>
            </a:r>
          </a:p>
          <a:p>
            <a:pPr>
              <a:buNone/>
            </a:pPr>
            <a:r>
              <a:rPr lang="en-US" dirty="0"/>
              <a:t> </a:t>
            </a:r>
          </a:p>
          <a:p>
            <a:pPr hangingPunct="0"/>
            <a:r>
              <a:rPr lang="en-US" dirty="0"/>
              <a:t>Identification of the drawbacks of the existing system leads to the designing of computerized system that will be compatible to the existing system with the system which is more user friendly and more GUI oriented.</a:t>
            </a:r>
          </a:p>
          <a:p>
            <a:pPr>
              <a:buNone/>
            </a:pPr>
            <a:endParaRPr lang="en-US"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US" b="1" dirty="0">
                <a:effectLst/>
              </a:rPr>
              <a:t>BIBILIOGRAPHY</a:t>
            </a:r>
            <a:br>
              <a:rPr lang="en-US" dirty="0">
                <a:effectLst/>
              </a:rPr>
            </a:br>
            <a:endParaRPr lang="en-US" dirty="0"/>
          </a:p>
        </p:txBody>
      </p:sp>
      <p:sp>
        <p:nvSpPr>
          <p:cNvPr id="3" name="Content Placeholder 2"/>
          <p:cNvSpPr>
            <a:spLocks noGrp="1"/>
          </p:cNvSpPr>
          <p:nvPr>
            <p:ph idx="1"/>
          </p:nvPr>
        </p:nvSpPr>
        <p:spPr/>
        <p:txBody>
          <a:bodyPr>
            <a:normAutofit/>
          </a:bodyPr>
          <a:lstStyle/>
          <a:p>
            <a:pPr lvl="0" hangingPunct="0"/>
            <a:r>
              <a:rPr lang="en-US" dirty="0"/>
              <a:t>www.w3schools.com </a:t>
            </a:r>
          </a:p>
          <a:p>
            <a:pPr lvl="0" hangingPunct="0"/>
            <a:r>
              <a:rPr lang="en-US" i="1" dirty="0"/>
              <a:t>in.</a:t>
            </a:r>
            <a:r>
              <a:rPr lang="en-US" b="1" i="1" dirty="0"/>
              <a:t>php</a:t>
            </a:r>
            <a:r>
              <a:rPr lang="en-US" i="1" dirty="0"/>
              <a:t>.net </a:t>
            </a:r>
            <a:endParaRPr lang="en-US" dirty="0"/>
          </a:p>
          <a:p>
            <a:r>
              <a:rPr lang="en-US" i="1" dirty="0"/>
              <a:t> en.wikipedia.org/wiki/</a:t>
            </a:r>
            <a:r>
              <a:rPr lang="en-US" b="1" i="1" dirty="0"/>
              <a:t>PHP</a:t>
            </a:r>
            <a:r>
              <a:rPr lang="en-US" i="1" dirty="0"/>
              <a:t> </a:t>
            </a:r>
            <a:endParaRPr lang="en-US" dirty="0"/>
          </a:p>
          <a:p>
            <a:pPr lvl="0"/>
            <a:r>
              <a:rPr lang="en-US" dirty="0"/>
              <a:t>www.hotscripts.com/category/</a:t>
            </a:r>
            <a:r>
              <a:rPr lang="en-US" b="1" dirty="0"/>
              <a:t>php</a:t>
            </a:r>
            <a:r>
              <a:rPr lang="en-US" dirty="0"/>
              <a:t>/</a:t>
            </a:r>
          </a:p>
          <a:p>
            <a:pPr lvl="0" hangingPunct="0"/>
            <a:r>
              <a:rPr lang="en-US" dirty="0"/>
              <a:t>www.</a:t>
            </a:r>
            <a:r>
              <a:rPr lang="en-US" b="1" dirty="0"/>
              <a:t>apache</a:t>
            </a:r>
            <a:r>
              <a:rPr lang="en-US" dirty="0"/>
              <a:t>.org/ </a:t>
            </a:r>
          </a:p>
          <a:p>
            <a:pPr lvl="0" hangingPunct="0"/>
            <a:r>
              <a:rPr lang="en-US" dirty="0"/>
              <a:t>www.</a:t>
            </a:r>
            <a:r>
              <a:rPr lang="en-US" b="1" dirty="0"/>
              <a:t>mysql</a:t>
            </a:r>
            <a:r>
              <a:rPr lang="en-US" dirty="0"/>
              <a:t>.com/click.php?e=35050 </a:t>
            </a:r>
            <a:br>
              <a:rPr lang="en-US" dirty="0"/>
            </a:br>
            <a:endParaRPr lang="en-US" dirty="0"/>
          </a:p>
        </p:txBody>
      </p:sp>
    </p:spTree>
    <p:extLst>
      <p:ext uri="{BB962C8B-B14F-4D97-AF65-F5344CB8AC3E}">
        <p14:creationId xmlns:p14="http://schemas.microsoft.com/office/powerpoint/2010/main" val="177254798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2976" y="274638"/>
            <a:ext cx="7790712" cy="6083320"/>
          </a:xfrm>
        </p:spPr>
        <p:txBody>
          <a:bodyPr>
            <a:normAutofit/>
          </a:bodyPr>
          <a:lstStyle/>
          <a:p>
            <a:pPr algn="ctr"/>
            <a:r>
              <a:rPr lang="en-IN" sz="8800" b="1" dirty="0"/>
              <a:t>Thank You</a:t>
            </a:r>
            <a:endParaRPr lang="en-US" sz="8800" b="1" dirty="0"/>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olstice">
  <a:themeElements>
    <a:clrScheme name="Solstice">
      <a:dk1>
        <a:sysClr val="windowText" lastClr="000000"/>
      </a:dk1>
      <a:lt1>
        <a:sysClr val="window" lastClr="FFFFFF"/>
      </a:lt1>
      <a:dk2>
        <a:srgbClr val="4F271C"/>
      </a:dk2>
      <a:lt2>
        <a:srgbClr val="E7DEC9"/>
      </a:lt2>
      <a:accent1>
        <a:srgbClr val="3891A7"/>
      </a:accent1>
      <a:accent2>
        <a:srgbClr val="FEB80A"/>
      </a:accent2>
      <a:accent3>
        <a:srgbClr val="C32D2E"/>
      </a:accent3>
      <a:accent4>
        <a:srgbClr val="84AA33"/>
      </a:accent4>
      <a:accent5>
        <a:srgbClr val="964305"/>
      </a:accent5>
      <a:accent6>
        <a:srgbClr val="475A8D"/>
      </a:accent6>
      <a:hlink>
        <a:srgbClr val="8DC765"/>
      </a:hlink>
      <a:folHlink>
        <a:srgbClr val="AA8A14"/>
      </a:folHlink>
    </a:clrScheme>
    <a:fontScheme name="Solstice">
      <a:maj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Gill Sans MT"/>
        <a:ea typeface=""/>
        <a:cs typeface=""/>
        <a:font script="Grek" typeface="Corbel"/>
        <a:font script="Cyrl" typeface="Corbel"/>
        <a:font script="Jpan" typeface="HGｺﾞｼｯｸE"/>
        <a:font script="Hang" typeface="HY엽서L"/>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inorFont>
    </a:fontScheme>
    <a:fmtScheme name="Solstice">
      <a:fillStyleLst>
        <a:solidFill>
          <a:schemeClr val="phClr"/>
        </a:solidFill>
        <a:gradFill rotWithShape="1">
          <a:gsLst>
            <a:gs pos="0">
              <a:schemeClr val="phClr">
                <a:tint val="35000"/>
                <a:satMod val="253000"/>
              </a:schemeClr>
            </a:gs>
            <a:gs pos="50000">
              <a:schemeClr val="phClr">
                <a:tint val="42000"/>
                <a:satMod val="255000"/>
              </a:schemeClr>
            </a:gs>
            <a:gs pos="97000">
              <a:schemeClr val="phClr">
                <a:tint val="53000"/>
                <a:satMod val="260000"/>
              </a:schemeClr>
            </a:gs>
            <a:gs pos="100000">
              <a:schemeClr val="phClr">
                <a:tint val="56000"/>
                <a:satMod val="275000"/>
              </a:schemeClr>
            </a:gs>
          </a:gsLst>
          <a:path path="circle">
            <a:fillToRect l="50000" t="50000" r="50000" b="50000"/>
          </a:path>
        </a:gradFill>
        <a:gradFill rotWithShape="1">
          <a:gsLst>
            <a:gs pos="0">
              <a:schemeClr val="phClr">
                <a:tint val="92000"/>
                <a:satMod val="170000"/>
              </a:schemeClr>
            </a:gs>
            <a:gs pos="15000">
              <a:schemeClr val="phClr">
                <a:tint val="92000"/>
                <a:shade val="99000"/>
                <a:satMod val="170000"/>
              </a:schemeClr>
            </a:gs>
            <a:gs pos="62000">
              <a:schemeClr val="phClr">
                <a:tint val="96000"/>
                <a:shade val="80000"/>
                <a:satMod val="170000"/>
              </a:schemeClr>
            </a:gs>
            <a:gs pos="97000">
              <a:schemeClr val="phClr">
                <a:tint val="98000"/>
                <a:shade val="63000"/>
                <a:satMod val="170000"/>
              </a:schemeClr>
            </a:gs>
            <a:gs pos="100000">
              <a:schemeClr val="phClr">
                <a:shade val="62000"/>
                <a:satMod val="170000"/>
              </a:schemeClr>
            </a:gs>
          </a:gsLst>
          <a:path path="circle">
            <a:fillToRect l="50000" t="50000" r="50000" b="50000"/>
          </a:path>
        </a:gradFill>
      </a:fillStyleLst>
      <a:lnStyleLst>
        <a:ln w="9525" cap="flat" cmpd="sng" algn="ctr">
          <a:solidFill>
            <a:schemeClr val="ph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outerShdw blurRad="63500" dist="25400" dir="5400000" rotWithShape="0">
              <a:srgbClr val="000000">
                <a:alpha val="43137"/>
              </a:srgbClr>
            </a:outerShdw>
          </a:effectLst>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8700000"/>
            </a:lightRig>
          </a:scene3d>
          <a:sp3d contourW="12700">
            <a:bevelT w="0" h="0"/>
            <a:contourClr>
              <a:schemeClr val="phClr">
                <a:shade val="80000"/>
              </a:schemeClr>
            </a:contourClr>
          </a:sp3d>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5400000"/>
            </a:lightRig>
          </a:scene3d>
          <a:sp3d contourW="12700">
            <a:bevelT w="25400" h="50800" prst="angle"/>
            <a:contourClr>
              <a:schemeClr val="phClr"/>
            </a:contourClr>
          </a:sp3d>
        </a:effectStyle>
      </a:effectStyleLst>
      <a:bgFillStyleLst>
        <a:solidFill>
          <a:schemeClr val="phClr"/>
        </a:solidFill>
        <a:gradFill rotWithShape="1">
          <a:gsLst>
            <a:gs pos="0">
              <a:schemeClr val="phClr">
                <a:tint val="60000"/>
                <a:satMod val="355000"/>
              </a:schemeClr>
            </a:gs>
            <a:gs pos="40000">
              <a:schemeClr val="phClr">
                <a:tint val="85000"/>
                <a:satMod val="320000"/>
              </a:schemeClr>
            </a:gs>
            <a:gs pos="100000">
              <a:schemeClr val="phClr">
                <a:shade val="55000"/>
                <a:satMod val="300000"/>
              </a:schemeClr>
            </a:gs>
          </a:gsLst>
          <a:path path="circle">
            <a:fillToRect l="-24500" t="-20000" r="124500" b="120000"/>
          </a:path>
        </a:gradFill>
        <a:blipFill>
          <a:blip xmlns:r="http://schemas.openxmlformats.org/officeDocument/2006/relationships" r:embed="rId1">
            <a:duotone>
              <a:schemeClr val="phClr">
                <a:shade val="9000"/>
                <a:satMod val="300000"/>
              </a:schemeClr>
              <a:schemeClr val="phClr">
                <a:tint val="90000"/>
                <a:satMod val="225000"/>
              </a:schemeClr>
            </a:duotone>
          </a:blip>
          <a:tile tx="0" ty="0" sx="90000" sy="90000" flip="xy"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Solstice</Template>
  <TotalTime>203</TotalTime>
  <Words>1310</Words>
  <Application>Microsoft Office PowerPoint</Application>
  <PresentationFormat>On-screen Show (4:3)</PresentationFormat>
  <Paragraphs>111</Paragraphs>
  <Slides>39</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39</vt:i4>
      </vt:variant>
    </vt:vector>
  </HeadingPairs>
  <TitlesOfParts>
    <vt:vector size="45" baseType="lpstr">
      <vt:lpstr>Calibri</vt:lpstr>
      <vt:lpstr>Gill Sans MT</vt:lpstr>
      <vt:lpstr>Times New Roman</vt:lpstr>
      <vt:lpstr>Verdana</vt:lpstr>
      <vt:lpstr>Wingdings 2</vt:lpstr>
      <vt:lpstr>Solstice</vt:lpstr>
      <vt:lpstr>PowerPoint Presentation</vt:lpstr>
      <vt:lpstr>Hostel Management System  Using PHP and MySQL</vt:lpstr>
      <vt:lpstr>ABSTRACT</vt:lpstr>
      <vt:lpstr>INTRODUCTION </vt:lpstr>
      <vt:lpstr>PowerPoint Presentation</vt:lpstr>
      <vt:lpstr>SYSTEM ENVIRONMENT </vt:lpstr>
      <vt:lpstr>Use Case Diagram</vt:lpstr>
      <vt:lpstr>PowerPoint Presentation</vt:lpstr>
      <vt:lpstr>ER Diagram</vt:lpstr>
      <vt:lpstr>DATABASE DESIGN</vt:lpstr>
      <vt:lpstr>PowerPoint Presentation</vt:lpstr>
      <vt:lpstr>Data Flow Diagram (DFD)</vt:lpstr>
      <vt:lpstr>PowerPoint Presentation</vt:lpstr>
      <vt:lpstr>PowerPoint Presentation</vt:lpstr>
      <vt:lpstr>PowerPoint Presentation</vt:lpstr>
      <vt:lpstr>PowerPoint Presentation</vt:lpstr>
      <vt:lpstr>SYSTEM TESTING</vt:lpstr>
      <vt:lpstr>OUTPUT SCREENS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CONCLUSION </vt:lpstr>
      <vt:lpstr>BIBILIOGRAPHY </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Hostel Management System  Using PHP and MySQL</dc:title>
  <dc:creator>Anuj kumar</dc:creator>
  <cp:lastModifiedBy>Tensai X</cp:lastModifiedBy>
  <cp:revision>27</cp:revision>
  <dcterms:created xsi:type="dcterms:W3CDTF">2021-09-29T16:42:25Z</dcterms:created>
  <dcterms:modified xsi:type="dcterms:W3CDTF">2026-04-30T05:15:38Z</dcterms:modified>
</cp:coreProperties>
</file>